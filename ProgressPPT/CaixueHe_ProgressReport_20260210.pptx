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71" r:id="rId5"/>
    <p:sldId id="319" r:id="rId6"/>
    <p:sldId id="326" r:id="rId7"/>
    <p:sldId id="325" r:id="rId8"/>
    <p:sldId id="310" r:id="rId9"/>
    <p:sldId id="276" r:id="rId10"/>
  </p:sldIdLst>
  <p:sldSz cx="12192000" cy="6858000"/>
  <p:notesSz cx="7103745" cy="10234295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6" userDrawn="1">
          <p15:clr>
            <a:srgbClr val="A4A3A4"/>
          </p15:clr>
        </p15:guide>
        <p15:guide id="2" pos="3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31"/>
    <a:srgbClr val="FFD380"/>
    <a:srgbClr val="FF6361"/>
    <a:srgbClr val="BC5090"/>
    <a:srgbClr val="8A508F"/>
    <a:srgbClr val="2C4875"/>
    <a:srgbClr val="003F5C"/>
    <a:srgbClr val="4874CB"/>
    <a:srgbClr val="00202E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326"/>
        <p:guide pos="37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Weekly </a:t>
            </a:r>
            <a:r>
              <a:rPr lang="en-US" altLang="zh-CN" dirty="0">
                <a:effectLst/>
              </a:rPr>
              <a:t>Report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Caixue He - 20260210</a:t>
            </a:r>
            <a:endParaRPr lang="en-US" altLang="zh-CN" dirty="0">
              <a:latin typeface="+mn-lt"/>
            </a:endParaRPr>
          </a:p>
          <a:p>
            <a:endParaRPr lang="en-US" altLang="zh-CN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327025"/>
            <a:ext cx="10515600" cy="582930"/>
          </a:xfrm>
        </p:spPr>
        <p:txBody>
          <a:bodyPr>
            <a:noAutofit/>
          </a:bodyPr>
          <a:p>
            <a:r>
              <a:rPr lang="zh-CN" altLang="en-US" sz="2800" b="1">
                <a:latin typeface="宋体" charset="0"/>
                <a:ea typeface="宋体" charset="0"/>
                <a:cs typeface="宋体" charset="0"/>
              </a:rPr>
              <a:t>前情提要</a:t>
            </a:r>
            <a:endParaRPr lang="zh-CN" altLang="en-US" sz="2800" b="1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700" y="1061085"/>
            <a:ext cx="11135995" cy="2879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- Paper Reading &amp; Code Organizing </a:t>
            </a:r>
            <a:endParaRPr lang="en-US" altLang="zh-CN" sz="2000">
              <a:latin typeface="Times New Roman Italic" panose="02020503050405090304" charset="0"/>
              <a:cs typeface="Times New Roman Italic" panose="02020503050405090304" charset="0"/>
              <a:sym typeface="+mn-ea"/>
            </a:endParaRPr>
          </a:p>
          <a:p>
            <a:r>
              <a:rPr lang="en-US" altLang="zh-CN" sz="2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- Library Architecture Design</a:t>
            </a:r>
            <a:endParaRPr lang="en-US" altLang="zh-CN" sz="2000">
              <a:latin typeface="Times New Roman Italic" panose="02020503050405090304" charset="0"/>
              <a:cs typeface="Times New Roman Italic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327025"/>
            <a:ext cx="11280775" cy="582930"/>
          </a:xfrm>
        </p:spPr>
        <p:txBody>
          <a:bodyPr>
            <a:noAutofit/>
          </a:bodyPr>
          <a:p>
            <a:r>
              <a:rPr lang="en-US" altLang="zh-CN" sz="2800">
                <a:sym typeface="+mn-ea"/>
              </a:rPr>
              <a:t>C</a:t>
            </a:r>
            <a:r>
              <a:rPr lang="en-US" altLang="zh-CN" sz="2800">
                <a:sym typeface="+mn-ea"/>
              </a:rPr>
              <a:t>urrent Knowledge Editing Method @</a:t>
            </a:r>
            <a:r>
              <a:rPr lang="zh-CN" altLang="en-US" sz="2800">
                <a:sym typeface="+mn-ea"/>
              </a:rPr>
              <a:t>博</a:t>
            </a:r>
            <a:r>
              <a:rPr lang="zh-CN" altLang="en-US" sz="2800">
                <a:sym typeface="+mn-ea"/>
              </a:rPr>
              <a:t>闻</a:t>
            </a:r>
            <a:endParaRPr lang="zh-CN" altLang="en-US" sz="28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910" y="909955"/>
            <a:ext cx="9204960" cy="2489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6450" y="895350"/>
            <a:ext cx="538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(1)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30" y="3698240"/>
            <a:ext cx="9545320" cy="25977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6450" y="3882390"/>
            <a:ext cx="538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(2)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038725" y="3399155"/>
            <a:ext cx="4060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Fig 1: ROME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65090" y="6256655"/>
            <a:ext cx="4060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Fig 2: MEMIT 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47700" y="327025"/>
            <a:ext cx="11280775" cy="582930"/>
          </a:xfrm>
        </p:spPr>
        <p:txBody>
          <a:bodyPr>
            <a:noAutofit/>
          </a:bodyPr>
          <a:p>
            <a:r>
              <a:rPr lang="en-US" altLang="zh-CN" sz="2800">
                <a:sym typeface="+mn-ea"/>
              </a:rPr>
              <a:t>C</a:t>
            </a:r>
            <a:r>
              <a:rPr lang="en-US" altLang="zh-CN" sz="2800">
                <a:sym typeface="+mn-ea"/>
              </a:rPr>
              <a:t>urrent Knowledge Editing Method @</a:t>
            </a:r>
            <a:r>
              <a:rPr lang="zh-CN" altLang="en-US" sz="2800">
                <a:sym typeface="+mn-ea"/>
              </a:rPr>
              <a:t>博</a:t>
            </a:r>
            <a:r>
              <a:rPr lang="zh-CN" altLang="en-US" sz="2800">
                <a:sym typeface="+mn-ea"/>
              </a:rPr>
              <a:t>闻</a:t>
            </a:r>
            <a:endParaRPr lang="zh-CN" altLang="en-US" sz="28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7700" y="1143635"/>
            <a:ext cx="538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(3)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180" y="1144270"/>
            <a:ext cx="4032885" cy="24339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66875" y="3578225"/>
            <a:ext cx="199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Fig 3: MEMIT 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65" y="846455"/>
            <a:ext cx="6153150" cy="27311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88585" y="1144270"/>
            <a:ext cx="538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(4)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8030845" y="3577590"/>
            <a:ext cx="199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Fig 4: UNKE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7210" y="4498340"/>
            <a:ext cx="538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(5)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5219065" y="4498340"/>
            <a:ext cx="538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(6)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25" y="4105275"/>
            <a:ext cx="3176905" cy="21456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793875" y="6409690"/>
            <a:ext cx="199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Fig 5: ANYEDIT 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r="171" b="4350"/>
          <a:stretch>
            <a:fillRect/>
          </a:stretch>
        </p:blipFill>
        <p:spPr>
          <a:xfrm>
            <a:off x="5757545" y="4401820"/>
            <a:ext cx="5198110" cy="121475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361555" y="5882640"/>
            <a:ext cx="2496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Fig 6: ANYEDIT++ 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47700" y="327025"/>
            <a:ext cx="11280775" cy="582930"/>
          </a:xfrm>
        </p:spPr>
        <p:txBody>
          <a:bodyPr>
            <a:noAutofit/>
          </a:bodyPr>
          <a:p>
            <a:r>
              <a:rPr lang="en-US" altLang="zh-CN" sz="2800">
                <a:sym typeface="+mn-ea"/>
              </a:rPr>
              <a:t>C</a:t>
            </a:r>
            <a:r>
              <a:rPr lang="en-US" altLang="zh-CN" sz="2800">
                <a:sym typeface="+mn-ea"/>
              </a:rPr>
              <a:t>urrent Knowledge Editing Method @</a:t>
            </a:r>
            <a:r>
              <a:rPr lang="zh-CN" altLang="en-US" sz="2800">
                <a:sym typeface="+mn-ea"/>
              </a:rPr>
              <a:t>博</a:t>
            </a:r>
            <a:r>
              <a:rPr lang="zh-CN" altLang="en-US" sz="2800">
                <a:sym typeface="+mn-ea"/>
              </a:rPr>
              <a:t>闻</a:t>
            </a:r>
            <a:endParaRPr lang="zh-CN" altLang="en-US" sz="28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0300" y="5334635"/>
            <a:ext cx="3547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Fig 7: Code Reference Tree of Current Model Knowledge Editing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1390" y="1718310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ROME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1037590" y="1011555"/>
            <a:ext cx="92710" cy="4391025"/>
          </a:xfrm>
          <a:prstGeom prst="downArrow">
            <a:avLst/>
          </a:prstGeom>
          <a:solidFill>
            <a:srgbClr val="FFD38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8425" y="2927985"/>
            <a:ext cx="725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Time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l"/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Line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46780" y="3316605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Unke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334770" y="1254760"/>
            <a:ext cx="3014980" cy="1747520"/>
          </a:xfrm>
          <a:prstGeom prst="round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1495425" y="1234440"/>
            <a:ext cx="1771650" cy="631190"/>
          </a:xfrm>
          <a:custGeom>
            <a:avLst/>
            <a:gdLst>
              <a:gd name="connisteX0" fmla="*/ 1292986 w 2373061"/>
              <a:gd name="connsiteY0" fmla="*/ 158820 h 631119"/>
              <a:gd name="connisteX1" fmla="*/ 1169161 w 2373061"/>
              <a:gd name="connsiteY1" fmla="*/ 158820 h 631119"/>
              <a:gd name="connisteX2" fmla="*/ 1012316 w 2373061"/>
              <a:gd name="connsiteY2" fmla="*/ 158820 h 631119"/>
              <a:gd name="connisteX3" fmla="*/ 855471 w 2373061"/>
              <a:gd name="connsiteY3" fmla="*/ 158820 h 631119"/>
              <a:gd name="connisteX4" fmla="*/ 720851 w 2373061"/>
              <a:gd name="connsiteY4" fmla="*/ 158820 h 631119"/>
              <a:gd name="connisteX5" fmla="*/ 631316 w 2373061"/>
              <a:gd name="connsiteY5" fmla="*/ 158820 h 631119"/>
              <a:gd name="connisteX6" fmla="*/ 564006 w 2373061"/>
              <a:gd name="connsiteY6" fmla="*/ 158820 h 631119"/>
              <a:gd name="connisteX7" fmla="*/ 496696 w 2373061"/>
              <a:gd name="connsiteY7" fmla="*/ 147390 h 631119"/>
              <a:gd name="connisteX8" fmla="*/ 429386 w 2373061"/>
              <a:gd name="connsiteY8" fmla="*/ 136595 h 631119"/>
              <a:gd name="connisteX9" fmla="*/ 350646 w 2373061"/>
              <a:gd name="connsiteY9" fmla="*/ 102940 h 631119"/>
              <a:gd name="connisteX10" fmla="*/ 283336 w 2373061"/>
              <a:gd name="connsiteY10" fmla="*/ 91510 h 631119"/>
              <a:gd name="connisteX11" fmla="*/ 216026 w 2373061"/>
              <a:gd name="connsiteY11" fmla="*/ 91510 h 631119"/>
              <a:gd name="connisteX12" fmla="*/ 148716 w 2373061"/>
              <a:gd name="connsiteY12" fmla="*/ 91510 h 631119"/>
              <a:gd name="connisteX13" fmla="*/ 81406 w 2373061"/>
              <a:gd name="connsiteY13" fmla="*/ 102940 h 631119"/>
              <a:gd name="connisteX14" fmla="*/ 14096 w 2373061"/>
              <a:gd name="connsiteY14" fmla="*/ 69285 h 631119"/>
              <a:gd name="connisteX15" fmla="*/ 2666 w 2373061"/>
              <a:gd name="connsiteY15" fmla="*/ 147390 h 631119"/>
              <a:gd name="connisteX16" fmla="*/ 2666 w 2373061"/>
              <a:gd name="connsiteY16" fmla="*/ 226130 h 631119"/>
              <a:gd name="connisteX17" fmla="*/ 25526 w 2373061"/>
              <a:gd name="connsiteY17" fmla="*/ 304870 h 631119"/>
              <a:gd name="connisteX18" fmla="*/ 59181 w 2373061"/>
              <a:gd name="connsiteY18" fmla="*/ 372180 h 631119"/>
              <a:gd name="connisteX19" fmla="*/ 103631 w 2373061"/>
              <a:gd name="connsiteY19" fmla="*/ 439490 h 631119"/>
              <a:gd name="connisteX20" fmla="*/ 182371 w 2373061"/>
              <a:gd name="connsiteY20" fmla="*/ 529025 h 631119"/>
              <a:gd name="connisteX21" fmla="*/ 238251 w 2373061"/>
              <a:gd name="connsiteY21" fmla="*/ 596335 h 631119"/>
              <a:gd name="connisteX22" fmla="*/ 305561 w 2373061"/>
              <a:gd name="connsiteY22" fmla="*/ 618560 h 631119"/>
              <a:gd name="connisteX23" fmla="*/ 372871 w 2373061"/>
              <a:gd name="connsiteY23" fmla="*/ 629990 h 631119"/>
              <a:gd name="connisteX24" fmla="*/ 463041 w 2373061"/>
              <a:gd name="connsiteY24" fmla="*/ 629990 h 631119"/>
              <a:gd name="connisteX25" fmla="*/ 530351 w 2373061"/>
              <a:gd name="connsiteY25" fmla="*/ 629990 h 631119"/>
              <a:gd name="connisteX26" fmla="*/ 642111 w 2373061"/>
              <a:gd name="connsiteY26" fmla="*/ 629990 h 631119"/>
              <a:gd name="connisteX27" fmla="*/ 720851 w 2373061"/>
              <a:gd name="connsiteY27" fmla="*/ 629990 h 631119"/>
              <a:gd name="connisteX28" fmla="*/ 788161 w 2373061"/>
              <a:gd name="connsiteY28" fmla="*/ 629990 h 631119"/>
              <a:gd name="connisteX29" fmla="*/ 855471 w 2373061"/>
              <a:gd name="connsiteY29" fmla="*/ 629990 h 631119"/>
              <a:gd name="connisteX30" fmla="*/ 933576 w 2373061"/>
              <a:gd name="connsiteY30" fmla="*/ 629990 h 631119"/>
              <a:gd name="connisteX31" fmla="*/ 1000886 w 2373061"/>
              <a:gd name="connsiteY31" fmla="*/ 629990 h 631119"/>
              <a:gd name="connisteX32" fmla="*/ 1091056 w 2373061"/>
              <a:gd name="connsiteY32" fmla="*/ 618560 h 631119"/>
              <a:gd name="connisteX33" fmla="*/ 1180591 w 2373061"/>
              <a:gd name="connsiteY33" fmla="*/ 618560 h 631119"/>
              <a:gd name="connisteX34" fmla="*/ 1247901 w 2373061"/>
              <a:gd name="connsiteY34" fmla="*/ 607765 h 631119"/>
              <a:gd name="connisteX35" fmla="*/ 1315211 w 2373061"/>
              <a:gd name="connsiteY35" fmla="*/ 607765 h 631119"/>
              <a:gd name="connisteX36" fmla="*/ 1416176 w 2373061"/>
              <a:gd name="connsiteY36" fmla="*/ 607765 h 631119"/>
              <a:gd name="connisteX37" fmla="*/ 1505711 w 2373061"/>
              <a:gd name="connsiteY37" fmla="*/ 596335 h 631119"/>
              <a:gd name="connisteX38" fmla="*/ 1584451 w 2373061"/>
              <a:gd name="connsiteY38" fmla="*/ 584905 h 631119"/>
              <a:gd name="connisteX39" fmla="*/ 1663191 w 2373061"/>
              <a:gd name="connsiteY39" fmla="*/ 584905 h 631119"/>
              <a:gd name="connisteX40" fmla="*/ 1730501 w 2373061"/>
              <a:gd name="connsiteY40" fmla="*/ 584905 h 631119"/>
              <a:gd name="connisteX41" fmla="*/ 1797811 w 2373061"/>
              <a:gd name="connsiteY41" fmla="*/ 584905 h 631119"/>
              <a:gd name="connisteX42" fmla="*/ 1875916 w 2373061"/>
              <a:gd name="connsiteY42" fmla="*/ 584905 h 631119"/>
              <a:gd name="connisteX43" fmla="*/ 1954656 w 2373061"/>
              <a:gd name="connsiteY43" fmla="*/ 584905 h 631119"/>
              <a:gd name="connisteX44" fmla="*/ 2021966 w 2373061"/>
              <a:gd name="connsiteY44" fmla="*/ 584905 h 631119"/>
              <a:gd name="connisteX45" fmla="*/ 2089276 w 2373061"/>
              <a:gd name="connsiteY45" fmla="*/ 574110 h 631119"/>
              <a:gd name="connisteX46" fmla="*/ 2156586 w 2373061"/>
              <a:gd name="connsiteY46" fmla="*/ 562680 h 631119"/>
              <a:gd name="connisteX47" fmla="*/ 2234691 w 2373061"/>
              <a:gd name="connsiteY47" fmla="*/ 529025 h 631119"/>
              <a:gd name="connisteX48" fmla="*/ 2313431 w 2373061"/>
              <a:gd name="connsiteY48" fmla="*/ 495370 h 631119"/>
              <a:gd name="connisteX49" fmla="*/ 2369311 w 2373061"/>
              <a:gd name="connsiteY49" fmla="*/ 428060 h 631119"/>
              <a:gd name="connisteX50" fmla="*/ 2358516 w 2373061"/>
              <a:gd name="connsiteY50" fmla="*/ 327095 h 631119"/>
              <a:gd name="connisteX51" fmla="*/ 2313431 w 2373061"/>
              <a:gd name="connsiteY51" fmla="*/ 237560 h 631119"/>
              <a:gd name="connisteX52" fmla="*/ 2279776 w 2373061"/>
              <a:gd name="connsiteY52" fmla="*/ 170250 h 631119"/>
              <a:gd name="connisteX53" fmla="*/ 2234691 w 2373061"/>
              <a:gd name="connsiteY53" fmla="*/ 91510 h 631119"/>
              <a:gd name="connisteX54" fmla="*/ 2156586 w 2373061"/>
              <a:gd name="connsiteY54" fmla="*/ 24200 h 631119"/>
              <a:gd name="connisteX55" fmla="*/ 2089276 w 2373061"/>
              <a:gd name="connsiteY55" fmla="*/ 1975 h 631119"/>
              <a:gd name="connisteX56" fmla="*/ 2010536 w 2373061"/>
              <a:gd name="connsiteY56" fmla="*/ 1975 h 631119"/>
              <a:gd name="connisteX57" fmla="*/ 1943226 w 2373061"/>
              <a:gd name="connsiteY57" fmla="*/ 1975 h 631119"/>
              <a:gd name="connisteX58" fmla="*/ 1875916 w 2373061"/>
              <a:gd name="connsiteY58" fmla="*/ 13405 h 631119"/>
              <a:gd name="connisteX59" fmla="*/ 1808606 w 2373061"/>
              <a:gd name="connsiteY59" fmla="*/ 35630 h 631119"/>
              <a:gd name="connisteX60" fmla="*/ 1730501 w 2373061"/>
              <a:gd name="connsiteY60" fmla="*/ 47060 h 631119"/>
              <a:gd name="connisteX61" fmla="*/ 1651761 w 2373061"/>
              <a:gd name="connsiteY61" fmla="*/ 69285 h 631119"/>
              <a:gd name="connisteX62" fmla="*/ 1562226 w 2373061"/>
              <a:gd name="connsiteY62" fmla="*/ 91510 h 631119"/>
              <a:gd name="connisteX63" fmla="*/ 1494916 w 2373061"/>
              <a:gd name="connsiteY63" fmla="*/ 113735 h 631119"/>
              <a:gd name="connisteX64" fmla="*/ 1427606 w 2373061"/>
              <a:gd name="connsiteY64" fmla="*/ 136595 h 631119"/>
              <a:gd name="connisteX65" fmla="*/ 1360296 w 2373061"/>
              <a:gd name="connsiteY65" fmla="*/ 147390 h 631119"/>
              <a:gd name="connisteX66" fmla="*/ 1281556 w 2373061"/>
              <a:gd name="connsiteY66" fmla="*/ 147390 h 63111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</a:cxnLst>
            <a:rect l="l" t="t" r="r" b="b"/>
            <a:pathLst>
              <a:path w="2373062" h="631119">
                <a:moveTo>
                  <a:pt x="1292986" y="158821"/>
                </a:moveTo>
                <a:cubicBezTo>
                  <a:pt x="1271396" y="158821"/>
                  <a:pt x="1225041" y="158821"/>
                  <a:pt x="1169161" y="158821"/>
                </a:cubicBezTo>
                <a:cubicBezTo>
                  <a:pt x="1113281" y="158821"/>
                  <a:pt x="1075181" y="158821"/>
                  <a:pt x="1012316" y="158821"/>
                </a:cubicBezTo>
                <a:cubicBezTo>
                  <a:pt x="949451" y="158821"/>
                  <a:pt x="913891" y="158821"/>
                  <a:pt x="855471" y="158821"/>
                </a:cubicBezTo>
                <a:cubicBezTo>
                  <a:pt x="797051" y="158821"/>
                  <a:pt x="765936" y="158821"/>
                  <a:pt x="720851" y="158821"/>
                </a:cubicBezTo>
                <a:cubicBezTo>
                  <a:pt x="675766" y="158821"/>
                  <a:pt x="662431" y="158821"/>
                  <a:pt x="631316" y="158821"/>
                </a:cubicBezTo>
                <a:cubicBezTo>
                  <a:pt x="600201" y="158821"/>
                  <a:pt x="590676" y="161361"/>
                  <a:pt x="564006" y="158821"/>
                </a:cubicBezTo>
                <a:cubicBezTo>
                  <a:pt x="537336" y="156281"/>
                  <a:pt x="523366" y="151836"/>
                  <a:pt x="496696" y="147391"/>
                </a:cubicBezTo>
                <a:cubicBezTo>
                  <a:pt x="470026" y="142946"/>
                  <a:pt x="458596" y="145486"/>
                  <a:pt x="429386" y="136596"/>
                </a:cubicBezTo>
                <a:cubicBezTo>
                  <a:pt x="400176" y="127706"/>
                  <a:pt x="379856" y="111831"/>
                  <a:pt x="350646" y="102941"/>
                </a:cubicBezTo>
                <a:cubicBezTo>
                  <a:pt x="321436" y="94051"/>
                  <a:pt x="310006" y="94051"/>
                  <a:pt x="283336" y="91511"/>
                </a:cubicBezTo>
                <a:cubicBezTo>
                  <a:pt x="256666" y="88971"/>
                  <a:pt x="242696" y="91511"/>
                  <a:pt x="216026" y="91511"/>
                </a:cubicBezTo>
                <a:cubicBezTo>
                  <a:pt x="189356" y="91511"/>
                  <a:pt x="175386" y="88971"/>
                  <a:pt x="148716" y="91511"/>
                </a:cubicBezTo>
                <a:cubicBezTo>
                  <a:pt x="122046" y="94051"/>
                  <a:pt x="108076" y="107386"/>
                  <a:pt x="81406" y="102941"/>
                </a:cubicBezTo>
                <a:cubicBezTo>
                  <a:pt x="54736" y="98496"/>
                  <a:pt x="29971" y="60396"/>
                  <a:pt x="14096" y="69286"/>
                </a:cubicBezTo>
                <a:cubicBezTo>
                  <a:pt x="-1779" y="78176"/>
                  <a:pt x="5206" y="116276"/>
                  <a:pt x="2666" y="147391"/>
                </a:cubicBezTo>
                <a:cubicBezTo>
                  <a:pt x="126" y="178506"/>
                  <a:pt x="-1779" y="194381"/>
                  <a:pt x="2666" y="226131"/>
                </a:cubicBezTo>
                <a:cubicBezTo>
                  <a:pt x="7111" y="257881"/>
                  <a:pt x="14096" y="275661"/>
                  <a:pt x="25526" y="304871"/>
                </a:cubicBezTo>
                <a:cubicBezTo>
                  <a:pt x="36956" y="334081"/>
                  <a:pt x="43306" y="345511"/>
                  <a:pt x="59181" y="372181"/>
                </a:cubicBezTo>
                <a:cubicBezTo>
                  <a:pt x="75056" y="398851"/>
                  <a:pt x="78866" y="408376"/>
                  <a:pt x="103631" y="439491"/>
                </a:cubicBezTo>
                <a:cubicBezTo>
                  <a:pt x="128396" y="470606"/>
                  <a:pt x="155701" y="497911"/>
                  <a:pt x="182371" y="529026"/>
                </a:cubicBezTo>
                <a:cubicBezTo>
                  <a:pt x="209041" y="560141"/>
                  <a:pt x="213486" y="578556"/>
                  <a:pt x="238251" y="596336"/>
                </a:cubicBezTo>
                <a:cubicBezTo>
                  <a:pt x="263016" y="614116"/>
                  <a:pt x="278891" y="611576"/>
                  <a:pt x="305561" y="618561"/>
                </a:cubicBezTo>
                <a:cubicBezTo>
                  <a:pt x="332231" y="625546"/>
                  <a:pt x="341121" y="627451"/>
                  <a:pt x="372871" y="629991"/>
                </a:cubicBezTo>
                <a:cubicBezTo>
                  <a:pt x="404621" y="632531"/>
                  <a:pt x="431291" y="629991"/>
                  <a:pt x="463041" y="629991"/>
                </a:cubicBezTo>
                <a:cubicBezTo>
                  <a:pt x="494791" y="629991"/>
                  <a:pt x="494791" y="629991"/>
                  <a:pt x="530351" y="629991"/>
                </a:cubicBezTo>
                <a:cubicBezTo>
                  <a:pt x="565911" y="629991"/>
                  <a:pt x="604011" y="629991"/>
                  <a:pt x="642111" y="629991"/>
                </a:cubicBezTo>
                <a:cubicBezTo>
                  <a:pt x="680211" y="629991"/>
                  <a:pt x="691641" y="629991"/>
                  <a:pt x="720851" y="629991"/>
                </a:cubicBezTo>
                <a:cubicBezTo>
                  <a:pt x="750061" y="629991"/>
                  <a:pt x="761491" y="629991"/>
                  <a:pt x="788161" y="629991"/>
                </a:cubicBezTo>
                <a:cubicBezTo>
                  <a:pt x="814831" y="629991"/>
                  <a:pt x="826261" y="629991"/>
                  <a:pt x="855471" y="629991"/>
                </a:cubicBezTo>
                <a:cubicBezTo>
                  <a:pt x="884681" y="629991"/>
                  <a:pt x="904366" y="629991"/>
                  <a:pt x="933576" y="629991"/>
                </a:cubicBezTo>
                <a:cubicBezTo>
                  <a:pt x="962786" y="629991"/>
                  <a:pt x="969136" y="632531"/>
                  <a:pt x="1000886" y="629991"/>
                </a:cubicBezTo>
                <a:cubicBezTo>
                  <a:pt x="1032636" y="627451"/>
                  <a:pt x="1054861" y="621101"/>
                  <a:pt x="1091056" y="618561"/>
                </a:cubicBezTo>
                <a:cubicBezTo>
                  <a:pt x="1127251" y="616021"/>
                  <a:pt x="1149476" y="620466"/>
                  <a:pt x="1180591" y="618561"/>
                </a:cubicBezTo>
                <a:cubicBezTo>
                  <a:pt x="1211706" y="616656"/>
                  <a:pt x="1221231" y="609671"/>
                  <a:pt x="1247901" y="607766"/>
                </a:cubicBezTo>
                <a:cubicBezTo>
                  <a:pt x="1274571" y="605861"/>
                  <a:pt x="1281556" y="607766"/>
                  <a:pt x="1315211" y="607766"/>
                </a:cubicBezTo>
                <a:cubicBezTo>
                  <a:pt x="1348866" y="607766"/>
                  <a:pt x="1378076" y="610306"/>
                  <a:pt x="1416176" y="607766"/>
                </a:cubicBezTo>
                <a:cubicBezTo>
                  <a:pt x="1454276" y="605226"/>
                  <a:pt x="1472056" y="600781"/>
                  <a:pt x="1505711" y="596336"/>
                </a:cubicBezTo>
                <a:cubicBezTo>
                  <a:pt x="1539366" y="591891"/>
                  <a:pt x="1552701" y="587446"/>
                  <a:pt x="1584451" y="584906"/>
                </a:cubicBezTo>
                <a:cubicBezTo>
                  <a:pt x="1616201" y="582366"/>
                  <a:pt x="1633981" y="584906"/>
                  <a:pt x="1663191" y="584906"/>
                </a:cubicBezTo>
                <a:cubicBezTo>
                  <a:pt x="1692401" y="584906"/>
                  <a:pt x="1703831" y="584906"/>
                  <a:pt x="1730501" y="584906"/>
                </a:cubicBezTo>
                <a:cubicBezTo>
                  <a:pt x="1757171" y="584906"/>
                  <a:pt x="1768601" y="584906"/>
                  <a:pt x="1797811" y="584906"/>
                </a:cubicBezTo>
                <a:cubicBezTo>
                  <a:pt x="1827021" y="584906"/>
                  <a:pt x="1844801" y="584906"/>
                  <a:pt x="1875916" y="584906"/>
                </a:cubicBezTo>
                <a:cubicBezTo>
                  <a:pt x="1907031" y="584906"/>
                  <a:pt x="1925446" y="584906"/>
                  <a:pt x="1954656" y="584906"/>
                </a:cubicBezTo>
                <a:cubicBezTo>
                  <a:pt x="1983866" y="584906"/>
                  <a:pt x="1995296" y="586811"/>
                  <a:pt x="2021966" y="584906"/>
                </a:cubicBezTo>
                <a:cubicBezTo>
                  <a:pt x="2048636" y="583001"/>
                  <a:pt x="2062606" y="578556"/>
                  <a:pt x="2089276" y="574111"/>
                </a:cubicBezTo>
                <a:cubicBezTo>
                  <a:pt x="2115946" y="569666"/>
                  <a:pt x="2127376" y="571571"/>
                  <a:pt x="2156586" y="562681"/>
                </a:cubicBezTo>
                <a:cubicBezTo>
                  <a:pt x="2185796" y="553791"/>
                  <a:pt x="2203576" y="542361"/>
                  <a:pt x="2234691" y="529026"/>
                </a:cubicBezTo>
                <a:cubicBezTo>
                  <a:pt x="2265806" y="515691"/>
                  <a:pt x="2286761" y="515691"/>
                  <a:pt x="2313431" y="495371"/>
                </a:cubicBezTo>
                <a:cubicBezTo>
                  <a:pt x="2340101" y="475051"/>
                  <a:pt x="2360421" y="461716"/>
                  <a:pt x="2369311" y="428061"/>
                </a:cubicBezTo>
                <a:cubicBezTo>
                  <a:pt x="2378201" y="394406"/>
                  <a:pt x="2369946" y="365196"/>
                  <a:pt x="2358516" y="327096"/>
                </a:cubicBezTo>
                <a:cubicBezTo>
                  <a:pt x="2347086" y="288996"/>
                  <a:pt x="2329306" y="268676"/>
                  <a:pt x="2313431" y="237561"/>
                </a:cubicBezTo>
                <a:cubicBezTo>
                  <a:pt x="2297556" y="206446"/>
                  <a:pt x="2295651" y="199461"/>
                  <a:pt x="2279776" y="170251"/>
                </a:cubicBezTo>
                <a:cubicBezTo>
                  <a:pt x="2263901" y="141041"/>
                  <a:pt x="2259456" y="120721"/>
                  <a:pt x="2234691" y="91511"/>
                </a:cubicBezTo>
                <a:cubicBezTo>
                  <a:pt x="2209926" y="62301"/>
                  <a:pt x="2185796" y="41981"/>
                  <a:pt x="2156586" y="24201"/>
                </a:cubicBezTo>
                <a:cubicBezTo>
                  <a:pt x="2127376" y="6421"/>
                  <a:pt x="2118486" y="6421"/>
                  <a:pt x="2089276" y="1976"/>
                </a:cubicBezTo>
                <a:cubicBezTo>
                  <a:pt x="2060066" y="-2469"/>
                  <a:pt x="2039746" y="1976"/>
                  <a:pt x="2010536" y="1976"/>
                </a:cubicBezTo>
                <a:cubicBezTo>
                  <a:pt x="1981326" y="1976"/>
                  <a:pt x="1969896" y="-564"/>
                  <a:pt x="1943226" y="1976"/>
                </a:cubicBezTo>
                <a:cubicBezTo>
                  <a:pt x="1916556" y="4516"/>
                  <a:pt x="1902586" y="6421"/>
                  <a:pt x="1875916" y="13406"/>
                </a:cubicBezTo>
                <a:cubicBezTo>
                  <a:pt x="1849246" y="20391"/>
                  <a:pt x="1837816" y="28646"/>
                  <a:pt x="1808606" y="35631"/>
                </a:cubicBezTo>
                <a:cubicBezTo>
                  <a:pt x="1779396" y="42616"/>
                  <a:pt x="1761616" y="40076"/>
                  <a:pt x="1730501" y="47061"/>
                </a:cubicBezTo>
                <a:cubicBezTo>
                  <a:pt x="1699386" y="54046"/>
                  <a:pt x="1685416" y="60396"/>
                  <a:pt x="1651761" y="69286"/>
                </a:cubicBezTo>
                <a:cubicBezTo>
                  <a:pt x="1618106" y="78176"/>
                  <a:pt x="1593341" y="82621"/>
                  <a:pt x="1562226" y="91511"/>
                </a:cubicBezTo>
                <a:cubicBezTo>
                  <a:pt x="1531111" y="100401"/>
                  <a:pt x="1521586" y="104846"/>
                  <a:pt x="1494916" y="113736"/>
                </a:cubicBezTo>
                <a:cubicBezTo>
                  <a:pt x="1468246" y="122626"/>
                  <a:pt x="1454276" y="129611"/>
                  <a:pt x="1427606" y="136596"/>
                </a:cubicBezTo>
                <a:cubicBezTo>
                  <a:pt x="1400936" y="143581"/>
                  <a:pt x="1389506" y="145486"/>
                  <a:pt x="1360296" y="147391"/>
                </a:cubicBezTo>
                <a:cubicBezTo>
                  <a:pt x="1331086" y="149296"/>
                  <a:pt x="1296161" y="147391"/>
                  <a:pt x="1281556" y="147391"/>
                </a:cubicBezTo>
              </a:path>
            </a:pathLst>
          </a:custGeom>
          <a:solidFill>
            <a:srgbClr val="00202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674495" y="1397000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ROME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2638425" y="1906905"/>
            <a:ext cx="1711325" cy="508635"/>
          </a:xfrm>
          <a:custGeom>
            <a:avLst/>
            <a:gdLst>
              <a:gd name="connisteX0" fmla="*/ 185348 w 2166187"/>
              <a:gd name="connsiteY0" fmla="*/ 12462 h 508538"/>
              <a:gd name="connisteX1" fmla="*/ 272343 w 2166187"/>
              <a:gd name="connsiteY1" fmla="*/ 12462 h 508538"/>
              <a:gd name="connisteX2" fmla="*/ 359338 w 2166187"/>
              <a:gd name="connsiteY2" fmla="*/ 12462 h 508538"/>
              <a:gd name="connisteX3" fmla="*/ 454588 w 2166187"/>
              <a:gd name="connsiteY3" fmla="*/ 29607 h 508538"/>
              <a:gd name="connisteX4" fmla="*/ 524438 w 2166187"/>
              <a:gd name="connsiteY4" fmla="*/ 55642 h 508538"/>
              <a:gd name="connisteX5" fmla="*/ 610798 w 2166187"/>
              <a:gd name="connsiteY5" fmla="*/ 64532 h 508538"/>
              <a:gd name="connisteX6" fmla="*/ 688903 w 2166187"/>
              <a:gd name="connsiteY6" fmla="*/ 64532 h 508538"/>
              <a:gd name="connisteX7" fmla="*/ 784788 w 2166187"/>
              <a:gd name="connsiteY7" fmla="*/ 47387 h 508538"/>
              <a:gd name="connisteX8" fmla="*/ 871783 w 2166187"/>
              <a:gd name="connsiteY8" fmla="*/ 38497 h 508538"/>
              <a:gd name="connisteX9" fmla="*/ 940998 w 2166187"/>
              <a:gd name="connsiteY9" fmla="*/ 29607 h 508538"/>
              <a:gd name="connisteX10" fmla="*/ 1027993 w 2166187"/>
              <a:gd name="connsiteY10" fmla="*/ 29607 h 508538"/>
              <a:gd name="connisteX11" fmla="*/ 1106098 w 2166187"/>
              <a:gd name="connsiteY11" fmla="*/ 29607 h 508538"/>
              <a:gd name="connisteX12" fmla="*/ 1193093 w 2166187"/>
              <a:gd name="connsiteY12" fmla="*/ 29607 h 508538"/>
              <a:gd name="connisteX13" fmla="*/ 1262308 w 2166187"/>
              <a:gd name="connsiteY13" fmla="*/ 29607 h 508538"/>
              <a:gd name="connisteX14" fmla="*/ 1332158 w 2166187"/>
              <a:gd name="connsiteY14" fmla="*/ 29607 h 508538"/>
              <a:gd name="connisteX15" fmla="*/ 1410263 w 2166187"/>
              <a:gd name="connsiteY15" fmla="*/ 29607 h 508538"/>
              <a:gd name="connisteX16" fmla="*/ 1488368 w 2166187"/>
              <a:gd name="connsiteY16" fmla="*/ 29607 h 508538"/>
              <a:gd name="connisteX17" fmla="*/ 1557583 w 2166187"/>
              <a:gd name="connsiteY17" fmla="*/ 29607 h 508538"/>
              <a:gd name="connisteX18" fmla="*/ 1653468 w 2166187"/>
              <a:gd name="connsiteY18" fmla="*/ 21352 h 508538"/>
              <a:gd name="connisteX19" fmla="*/ 1722683 w 2166187"/>
              <a:gd name="connsiteY19" fmla="*/ 21352 h 508538"/>
              <a:gd name="connisteX20" fmla="*/ 1800788 w 2166187"/>
              <a:gd name="connsiteY20" fmla="*/ 12462 h 508538"/>
              <a:gd name="connisteX21" fmla="*/ 1870638 w 2166187"/>
              <a:gd name="connsiteY21" fmla="*/ 3572 h 508538"/>
              <a:gd name="connisteX22" fmla="*/ 1939853 w 2166187"/>
              <a:gd name="connsiteY22" fmla="*/ 3572 h 508538"/>
              <a:gd name="connisteX23" fmla="*/ 2009068 w 2166187"/>
              <a:gd name="connsiteY23" fmla="*/ 38497 h 508538"/>
              <a:gd name="connisteX24" fmla="*/ 2035103 w 2166187"/>
              <a:gd name="connsiteY24" fmla="*/ 107712 h 508538"/>
              <a:gd name="connisteX25" fmla="*/ 2070028 w 2166187"/>
              <a:gd name="connsiteY25" fmla="*/ 177562 h 508538"/>
              <a:gd name="connisteX26" fmla="*/ 2113843 w 2166187"/>
              <a:gd name="connsiteY26" fmla="*/ 255667 h 508538"/>
              <a:gd name="connisteX27" fmla="*/ 2165913 w 2166187"/>
              <a:gd name="connsiteY27" fmla="*/ 324882 h 508538"/>
              <a:gd name="connisteX28" fmla="*/ 2096063 w 2166187"/>
              <a:gd name="connsiteY28" fmla="*/ 385842 h 508538"/>
              <a:gd name="connisteX29" fmla="*/ 2026848 w 2166187"/>
              <a:gd name="connsiteY29" fmla="*/ 402987 h 508538"/>
              <a:gd name="connisteX30" fmla="*/ 1948743 w 2166187"/>
              <a:gd name="connsiteY30" fmla="*/ 402987 h 508538"/>
              <a:gd name="connisteX31" fmla="*/ 1878893 w 2166187"/>
              <a:gd name="connsiteY31" fmla="*/ 402987 h 508538"/>
              <a:gd name="connisteX32" fmla="*/ 1774753 w 2166187"/>
              <a:gd name="connsiteY32" fmla="*/ 402987 h 508538"/>
              <a:gd name="connisteX33" fmla="*/ 1661723 w 2166187"/>
              <a:gd name="connsiteY33" fmla="*/ 385842 h 508538"/>
              <a:gd name="connisteX34" fmla="*/ 1566473 w 2166187"/>
              <a:gd name="connsiteY34" fmla="*/ 368697 h 508538"/>
              <a:gd name="connisteX35" fmla="*/ 1479478 w 2166187"/>
              <a:gd name="connsiteY35" fmla="*/ 368697 h 508538"/>
              <a:gd name="connisteX36" fmla="*/ 1410263 w 2166187"/>
              <a:gd name="connsiteY36" fmla="*/ 368697 h 508538"/>
              <a:gd name="connisteX37" fmla="*/ 1332158 w 2166187"/>
              <a:gd name="connsiteY37" fmla="*/ 368697 h 508538"/>
              <a:gd name="connisteX38" fmla="*/ 1236273 w 2166187"/>
              <a:gd name="connsiteY38" fmla="*/ 368697 h 508538"/>
              <a:gd name="connisteX39" fmla="*/ 1149278 w 2166187"/>
              <a:gd name="connsiteY39" fmla="*/ 376952 h 508538"/>
              <a:gd name="connisteX40" fmla="*/ 1071173 w 2166187"/>
              <a:gd name="connsiteY40" fmla="*/ 411877 h 508538"/>
              <a:gd name="connisteX41" fmla="*/ 1001958 w 2166187"/>
              <a:gd name="connsiteY41" fmla="*/ 437912 h 508538"/>
              <a:gd name="connisteX42" fmla="*/ 932108 w 2166187"/>
              <a:gd name="connsiteY42" fmla="*/ 463947 h 508538"/>
              <a:gd name="connisteX43" fmla="*/ 862893 w 2166187"/>
              <a:gd name="connsiteY43" fmla="*/ 489982 h 508538"/>
              <a:gd name="connisteX44" fmla="*/ 793678 w 2166187"/>
              <a:gd name="connsiteY44" fmla="*/ 507127 h 508538"/>
              <a:gd name="connisteX45" fmla="*/ 723828 w 2166187"/>
              <a:gd name="connsiteY45" fmla="*/ 507127 h 508538"/>
              <a:gd name="connisteX46" fmla="*/ 628578 w 2166187"/>
              <a:gd name="connsiteY46" fmla="*/ 507127 h 508538"/>
              <a:gd name="connisteX47" fmla="*/ 532693 w 2166187"/>
              <a:gd name="connsiteY47" fmla="*/ 498872 h 508538"/>
              <a:gd name="connisteX48" fmla="*/ 463478 w 2166187"/>
              <a:gd name="connsiteY48" fmla="*/ 481092 h 508538"/>
              <a:gd name="connisteX49" fmla="*/ 385373 w 2166187"/>
              <a:gd name="connsiteY49" fmla="*/ 455057 h 508538"/>
              <a:gd name="connisteX50" fmla="*/ 307268 w 2166187"/>
              <a:gd name="connsiteY50" fmla="*/ 437912 h 508538"/>
              <a:gd name="connisteX51" fmla="*/ 220273 w 2166187"/>
              <a:gd name="connsiteY51" fmla="*/ 429022 h 508538"/>
              <a:gd name="connisteX52" fmla="*/ 142168 w 2166187"/>
              <a:gd name="connsiteY52" fmla="*/ 411877 h 508538"/>
              <a:gd name="connisteX53" fmla="*/ 72318 w 2166187"/>
              <a:gd name="connsiteY53" fmla="*/ 402987 h 508538"/>
              <a:gd name="connisteX54" fmla="*/ 11993 w 2166187"/>
              <a:gd name="connsiteY54" fmla="*/ 324882 h 508538"/>
              <a:gd name="connisteX55" fmla="*/ 3103 w 2166187"/>
              <a:gd name="connsiteY55" fmla="*/ 255667 h 508538"/>
              <a:gd name="connisteX56" fmla="*/ 38028 w 2166187"/>
              <a:gd name="connsiteY56" fmla="*/ 185817 h 508538"/>
              <a:gd name="connisteX57" fmla="*/ 81208 w 2166187"/>
              <a:gd name="connsiteY57" fmla="*/ 116602 h 508538"/>
              <a:gd name="connisteX58" fmla="*/ 124388 w 2166187"/>
              <a:gd name="connsiteY58" fmla="*/ 47387 h 508538"/>
              <a:gd name="connisteX59" fmla="*/ 194238 w 2166187"/>
              <a:gd name="connsiteY59" fmla="*/ 29607 h 508538"/>
              <a:gd name="connisteX60" fmla="*/ 185348 w 2166187"/>
              <a:gd name="connsiteY60" fmla="*/ 12462 h 5085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</a:cxnLst>
            <a:rect l="l" t="t" r="r" b="b"/>
            <a:pathLst>
              <a:path w="2166187" h="508539">
                <a:moveTo>
                  <a:pt x="185348" y="12463"/>
                </a:moveTo>
                <a:cubicBezTo>
                  <a:pt x="201223" y="9288"/>
                  <a:pt x="237418" y="12463"/>
                  <a:pt x="272343" y="12463"/>
                </a:cubicBezTo>
                <a:cubicBezTo>
                  <a:pt x="307268" y="12463"/>
                  <a:pt x="323143" y="9288"/>
                  <a:pt x="359338" y="12463"/>
                </a:cubicBezTo>
                <a:cubicBezTo>
                  <a:pt x="395533" y="15638"/>
                  <a:pt x="421568" y="20718"/>
                  <a:pt x="454588" y="29608"/>
                </a:cubicBezTo>
                <a:cubicBezTo>
                  <a:pt x="487608" y="38498"/>
                  <a:pt x="493323" y="48658"/>
                  <a:pt x="524438" y="55643"/>
                </a:cubicBezTo>
                <a:cubicBezTo>
                  <a:pt x="555553" y="62628"/>
                  <a:pt x="577778" y="62628"/>
                  <a:pt x="610798" y="64533"/>
                </a:cubicBezTo>
                <a:cubicBezTo>
                  <a:pt x="643818" y="66438"/>
                  <a:pt x="653978" y="67708"/>
                  <a:pt x="688903" y="64533"/>
                </a:cubicBezTo>
                <a:cubicBezTo>
                  <a:pt x="723828" y="61358"/>
                  <a:pt x="747958" y="52468"/>
                  <a:pt x="784788" y="47388"/>
                </a:cubicBezTo>
                <a:cubicBezTo>
                  <a:pt x="821618" y="42308"/>
                  <a:pt x="840668" y="42308"/>
                  <a:pt x="871783" y="38498"/>
                </a:cubicBezTo>
                <a:cubicBezTo>
                  <a:pt x="902898" y="34688"/>
                  <a:pt x="909883" y="31513"/>
                  <a:pt x="940998" y="29608"/>
                </a:cubicBezTo>
                <a:cubicBezTo>
                  <a:pt x="972113" y="27703"/>
                  <a:pt x="994973" y="29608"/>
                  <a:pt x="1027993" y="29608"/>
                </a:cubicBezTo>
                <a:cubicBezTo>
                  <a:pt x="1061013" y="29608"/>
                  <a:pt x="1073078" y="29608"/>
                  <a:pt x="1106098" y="29608"/>
                </a:cubicBezTo>
                <a:cubicBezTo>
                  <a:pt x="1139118" y="29608"/>
                  <a:pt x="1161978" y="29608"/>
                  <a:pt x="1193093" y="29608"/>
                </a:cubicBezTo>
                <a:cubicBezTo>
                  <a:pt x="1224208" y="29608"/>
                  <a:pt x="1234368" y="29608"/>
                  <a:pt x="1262308" y="29608"/>
                </a:cubicBezTo>
                <a:cubicBezTo>
                  <a:pt x="1290248" y="29608"/>
                  <a:pt x="1302313" y="29608"/>
                  <a:pt x="1332158" y="29608"/>
                </a:cubicBezTo>
                <a:cubicBezTo>
                  <a:pt x="1362003" y="29608"/>
                  <a:pt x="1379148" y="29608"/>
                  <a:pt x="1410263" y="29608"/>
                </a:cubicBezTo>
                <a:cubicBezTo>
                  <a:pt x="1441378" y="29608"/>
                  <a:pt x="1459158" y="29608"/>
                  <a:pt x="1488368" y="29608"/>
                </a:cubicBezTo>
                <a:cubicBezTo>
                  <a:pt x="1517578" y="29608"/>
                  <a:pt x="1524563" y="31513"/>
                  <a:pt x="1557583" y="29608"/>
                </a:cubicBezTo>
                <a:cubicBezTo>
                  <a:pt x="1590603" y="27703"/>
                  <a:pt x="1620448" y="23258"/>
                  <a:pt x="1653468" y="21353"/>
                </a:cubicBezTo>
                <a:cubicBezTo>
                  <a:pt x="1686488" y="19448"/>
                  <a:pt x="1693473" y="23258"/>
                  <a:pt x="1722683" y="21353"/>
                </a:cubicBezTo>
                <a:cubicBezTo>
                  <a:pt x="1751893" y="19448"/>
                  <a:pt x="1770943" y="16273"/>
                  <a:pt x="1800788" y="12463"/>
                </a:cubicBezTo>
                <a:cubicBezTo>
                  <a:pt x="1830633" y="8653"/>
                  <a:pt x="1842698" y="5478"/>
                  <a:pt x="1870638" y="3573"/>
                </a:cubicBezTo>
                <a:cubicBezTo>
                  <a:pt x="1898578" y="1668"/>
                  <a:pt x="1911913" y="-3412"/>
                  <a:pt x="1939853" y="3573"/>
                </a:cubicBezTo>
                <a:cubicBezTo>
                  <a:pt x="1967793" y="10558"/>
                  <a:pt x="1990018" y="17543"/>
                  <a:pt x="2009068" y="38498"/>
                </a:cubicBezTo>
                <a:cubicBezTo>
                  <a:pt x="2028118" y="59453"/>
                  <a:pt x="2023038" y="79773"/>
                  <a:pt x="2035103" y="107713"/>
                </a:cubicBezTo>
                <a:cubicBezTo>
                  <a:pt x="2047168" y="135653"/>
                  <a:pt x="2054153" y="147718"/>
                  <a:pt x="2070028" y="177563"/>
                </a:cubicBezTo>
                <a:cubicBezTo>
                  <a:pt x="2085903" y="207408"/>
                  <a:pt x="2094793" y="226458"/>
                  <a:pt x="2113843" y="255668"/>
                </a:cubicBezTo>
                <a:cubicBezTo>
                  <a:pt x="2132893" y="284878"/>
                  <a:pt x="2169723" y="298848"/>
                  <a:pt x="2165913" y="324883"/>
                </a:cubicBezTo>
                <a:cubicBezTo>
                  <a:pt x="2162103" y="350918"/>
                  <a:pt x="2124003" y="369968"/>
                  <a:pt x="2096063" y="385843"/>
                </a:cubicBezTo>
                <a:cubicBezTo>
                  <a:pt x="2068123" y="401718"/>
                  <a:pt x="2056058" y="399813"/>
                  <a:pt x="2026848" y="402988"/>
                </a:cubicBezTo>
                <a:cubicBezTo>
                  <a:pt x="1997638" y="406163"/>
                  <a:pt x="1978588" y="402988"/>
                  <a:pt x="1948743" y="402988"/>
                </a:cubicBezTo>
                <a:cubicBezTo>
                  <a:pt x="1918898" y="402988"/>
                  <a:pt x="1913818" y="402988"/>
                  <a:pt x="1878893" y="402988"/>
                </a:cubicBezTo>
                <a:cubicBezTo>
                  <a:pt x="1843968" y="402988"/>
                  <a:pt x="1817933" y="406163"/>
                  <a:pt x="1774753" y="402988"/>
                </a:cubicBezTo>
                <a:cubicBezTo>
                  <a:pt x="1731573" y="399813"/>
                  <a:pt x="1703633" y="392828"/>
                  <a:pt x="1661723" y="385843"/>
                </a:cubicBezTo>
                <a:cubicBezTo>
                  <a:pt x="1619813" y="378858"/>
                  <a:pt x="1602668" y="371873"/>
                  <a:pt x="1566473" y="368698"/>
                </a:cubicBezTo>
                <a:cubicBezTo>
                  <a:pt x="1530278" y="365523"/>
                  <a:pt x="1510593" y="368698"/>
                  <a:pt x="1479478" y="368698"/>
                </a:cubicBezTo>
                <a:cubicBezTo>
                  <a:pt x="1448363" y="368698"/>
                  <a:pt x="1439473" y="368698"/>
                  <a:pt x="1410263" y="368698"/>
                </a:cubicBezTo>
                <a:cubicBezTo>
                  <a:pt x="1381053" y="368698"/>
                  <a:pt x="1367083" y="368698"/>
                  <a:pt x="1332158" y="368698"/>
                </a:cubicBezTo>
                <a:cubicBezTo>
                  <a:pt x="1297233" y="368698"/>
                  <a:pt x="1273103" y="366793"/>
                  <a:pt x="1236273" y="368698"/>
                </a:cubicBezTo>
                <a:cubicBezTo>
                  <a:pt x="1199443" y="370603"/>
                  <a:pt x="1182298" y="368063"/>
                  <a:pt x="1149278" y="376953"/>
                </a:cubicBezTo>
                <a:cubicBezTo>
                  <a:pt x="1116258" y="385843"/>
                  <a:pt x="1100383" y="399813"/>
                  <a:pt x="1071173" y="411878"/>
                </a:cubicBezTo>
                <a:cubicBezTo>
                  <a:pt x="1041963" y="423943"/>
                  <a:pt x="1029898" y="427753"/>
                  <a:pt x="1001958" y="437913"/>
                </a:cubicBezTo>
                <a:cubicBezTo>
                  <a:pt x="974018" y="448073"/>
                  <a:pt x="960048" y="453788"/>
                  <a:pt x="932108" y="463948"/>
                </a:cubicBezTo>
                <a:cubicBezTo>
                  <a:pt x="904168" y="474108"/>
                  <a:pt x="890833" y="481093"/>
                  <a:pt x="862893" y="489983"/>
                </a:cubicBezTo>
                <a:cubicBezTo>
                  <a:pt x="834953" y="498873"/>
                  <a:pt x="821618" y="503953"/>
                  <a:pt x="793678" y="507128"/>
                </a:cubicBezTo>
                <a:cubicBezTo>
                  <a:pt x="765738" y="510303"/>
                  <a:pt x="756848" y="507128"/>
                  <a:pt x="723828" y="507128"/>
                </a:cubicBezTo>
                <a:cubicBezTo>
                  <a:pt x="690808" y="507128"/>
                  <a:pt x="666678" y="509033"/>
                  <a:pt x="628578" y="507128"/>
                </a:cubicBezTo>
                <a:cubicBezTo>
                  <a:pt x="590478" y="505223"/>
                  <a:pt x="565713" y="503953"/>
                  <a:pt x="532693" y="498873"/>
                </a:cubicBezTo>
                <a:cubicBezTo>
                  <a:pt x="499673" y="493793"/>
                  <a:pt x="492688" y="489983"/>
                  <a:pt x="463478" y="481093"/>
                </a:cubicBezTo>
                <a:cubicBezTo>
                  <a:pt x="434268" y="472203"/>
                  <a:pt x="416488" y="463948"/>
                  <a:pt x="385373" y="455058"/>
                </a:cubicBezTo>
                <a:cubicBezTo>
                  <a:pt x="354258" y="446168"/>
                  <a:pt x="340288" y="442993"/>
                  <a:pt x="307268" y="437913"/>
                </a:cubicBezTo>
                <a:cubicBezTo>
                  <a:pt x="274248" y="432833"/>
                  <a:pt x="253293" y="434103"/>
                  <a:pt x="220273" y="429023"/>
                </a:cubicBezTo>
                <a:cubicBezTo>
                  <a:pt x="187253" y="423943"/>
                  <a:pt x="172013" y="416958"/>
                  <a:pt x="142168" y="411878"/>
                </a:cubicBezTo>
                <a:cubicBezTo>
                  <a:pt x="112323" y="406798"/>
                  <a:pt x="98353" y="420133"/>
                  <a:pt x="72318" y="402988"/>
                </a:cubicBezTo>
                <a:cubicBezTo>
                  <a:pt x="46283" y="385843"/>
                  <a:pt x="25963" y="354093"/>
                  <a:pt x="11993" y="324883"/>
                </a:cubicBezTo>
                <a:cubicBezTo>
                  <a:pt x="-1977" y="295673"/>
                  <a:pt x="-1977" y="283608"/>
                  <a:pt x="3103" y="255668"/>
                </a:cubicBezTo>
                <a:cubicBezTo>
                  <a:pt x="8183" y="227728"/>
                  <a:pt x="22153" y="213758"/>
                  <a:pt x="38028" y="185818"/>
                </a:cubicBezTo>
                <a:cubicBezTo>
                  <a:pt x="53903" y="157878"/>
                  <a:pt x="64063" y="144543"/>
                  <a:pt x="81208" y="116603"/>
                </a:cubicBezTo>
                <a:cubicBezTo>
                  <a:pt x="98353" y="88663"/>
                  <a:pt x="101528" y="64533"/>
                  <a:pt x="124388" y="47388"/>
                </a:cubicBezTo>
                <a:cubicBezTo>
                  <a:pt x="147248" y="30243"/>
                  <a:pt x="182173" y="36593"/>
                  <a:pt x="194238" y="29608"/>
                </a:cubicBezTo>
                <a:cubicBezTo>
                  <a:pt x="206303" y="22623"/>
                  <a:pt x="169473" y="15638"/>
                  <a:pt x="185348" y="12463"/>
                </a:cubicBezTo>
                <a:close/>
              </a:path>
            </a:pathLst>
          </a:custGeom>
          <a:solidFill>
            <a:srgbClr val="003F5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861310" y="1920240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MEMT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344295" y="3029585"/>
            <a:ext cx="3014980" cy="1936115"/>
          </a:xfrm>
          <a:prstGeom prst="round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1440180" y="2456815"/>
            <a:ext cx="1653540" cy="542290"/>
          </a:xfrm>
          <a:custGeom>
            <a:avLst/>
            <a:gdLst>
              <a:gd name="connisteX0" fmla="*/ 228997 w 1653372"/>
              <a:gd name="connsiteY0" fmla="*/ 73200 h 542154"/>
              <a:gd name="connisteX1" fmla="*/ 307102 w 1653372"/>
              <a:gd name="connsiteY1" fmla="*/ 29385 h 542154"/>
              <a:gd name="connisteX2" fmla="*/ 394097 w 1653372"/>
              <a:gd name="connsiteY2" fmla="*/ 21130 h 542154"/>
              <a:gd name="connisteX3" fmla="*/ 463312 w 1653372"/>
              <a:gd name="connsiteY3" fmla="*/ 29385 h 542154"/>
              <a:gd name="connisteX4" fmla="*/ 542052 w 1653372"/>
              <a:gd name="connsiteY4" fmla="*/ 38275 h 542154"/>
              <a:gd name="connisteX5" fmla="*/ 620157 w 1653372"/>
              <a:gd name="connsiteY5" fmla="*/ 47165 h 542154"/>
              <a:gd name="connisteX6" fmla="*/ 706517 w 1653372"/>
              <a:gd name="connsiteY6" fmla="*/ 21130 h 542154"/>
              <a:gd name="connisteX7" fmla="*/ 793512 w 1653372"/>
              <a:gd name="connsiteY7" fmla="*/ 3350 h 542154"/>
              <a:gd name="connisteX8" fmla="*/ 880507 w 1653372"/>
              <a:gd name="connsiteY8" fmla="*/ 3350 h 542154"/>
              <a:gd name="connisteX9" fmla="*/ 949722 w 1653372"/>
              <a:gd name="connsiteY9" fmla="*/ 29385 h 542154"/>
              <a:gd name="connisteX10" fmla="*/ 1036717 w 1653372"/>
              <a:gd name="connsiteY10" fmla="*/ 29385 h 542154"/>
              <a:gd name="connisteX11" fmla="*/ 1106567 w 1653372"/>
              <a:gd name="connsiteY11" fmla="*/ 12240 h 542154"/>
              <a:gd name="connisteX12" fmla="*/ 1175782 w 1653372"/>
              <a:gd name="connsiteY12" fmla="*/ 21130 h 542154"/>
              <a:gd name="connisteX13" fmla="*/ 1253887 w 1653372"/>
              <a:gd name="connsiteY13" fmla="*/ 73200 h 542154"/>
              <a:gd name="connisteX14" fmla="*/ 1331992 w 1653372"/>
              <a:gd name="connsiteY14" fmla="*/ 107490 h 542154"/>
              <a:gd name="connisteX15" fmla="*/ 1410097 w 1653372"/>
              <a:gd name="connsiteY15" fmla="*/ 125270 h 542154"/>
              <a:gd name="connisteX16" fmla="*/ 1479947 w 1653372"/>
              <a:gd name="connsiteY16" fmla="*/ 142415 h 542154"/>
              <a:gd name="connisteX17" fmla="*/ 1549162 w 1653372"/>
              <a:gd name="connsiteY17" fmla="*/ 142415 h 542154"/>
              <a:gd name="connisteX18" fmla="*/ 1619012 w 1653372"/>
              <a:gd name="connsiteY18" fmla="*/ 212265 h 542154"/>
              <a:gd name="connisteX19" fmla="*/ 1645047 w 1653372"/>
              <a:gd name="connsiteY19" fmla="*/ 281480 h 542154"/>
              <a:gd name="connisteX20" fmla="*/ 1645047 w 1653372"/>
              <a:gd name="connsiteY20" fmla="*/ 350695 h 542154"/>
              <a:gd name="connisteX21" fmla="*/ 1566307 w 1653372"/>
              <a:gd name="connsiteY21" fmla="*/ 394510 h 542154"/>
              <a:gd name="connisteX22" fmla="*/ 1488202 w 1653372"/>
              <a:gd name="connsiteY22" fmla="*/ 437690 h 542154"/>
              <a:gd name="connisteX23" fmla="*/ 1418987 w 1653372"/>
              <a:gd name="connsiteY23" fmla="*/ 463725 h 542154"/>
              <a:gd name="connisteX24" fmla="*/ 1340882 w 1653372"/>
              <a:gd name="connsiteY24" fmla="*/ 498650 h 542154"/>
              <a:gd name="connisteX25" fmla="*/ 1271032 w 1653372"/>
              <a:gd name="connsiteY25" fmla="*/ 524685 h 542154"/>
              <a:gd name="connisteX26" fmla="*/ 1192927 w 1653372"/>
              <a:gd name="connsiteY26" fmla="*/ 533575 h 542154"/>
              <a:gd name="connisteX27" fmla="*/ 1097677 w 1653372"/>
              <a:gd name="connsiteY27" fmla="*/ 541830 h 542154"/>
              <a:gd name="connisteX28" fmla="*/ 975757 w 1653372"/>
              <a:gd name="connsiteY28" fmla="*/ 524685 h 542154"/>
              <a:gd name="connisteX29" fmla="*/ 906542 w 1653372"/>
              <a:gd name="connsiteY29" fmla="*/ 515795 h 542154"/>
              <a:gd name="connisteX30" fmla="*/ 819547 w 1653372"/>
              <a:gd name="connsiteY30" fmla="*/ 498650 h 542154"/>
              <a:gd name="connisteX31" fmla="*/ 732552 w 1653372"/>
              <a:gd name="connsiteY31" fmla="*/ 481505 h 542154"/>
              <a:gd name="connisteX32" fmla="*/ 654447 w 1653372"/>
              <a:gd name="connsiteY32" fmla="*/ 463725 h 542154"/>
              <a:gd name="connisteX33" fmla="*/ 585232 w 1653372"/>
              <a:gd name="connsiteY33" fmla="*/ 463725 h 542154"/>
              <a:gd name="connisteX34" fmla="*/ 516017 w 1653372"/>
              <a:gd name="connsiteY34" fmla="*/ 463725 h 542154"/>
              <a:gd name="connisteX35" fmla="*/ 446167 w 1653372"/>
              <a:gd name="connsiteY35" fmla="*/ 481505 h 542154"/>
              <a:gd name="connisteX36" fmla="*/ 376952 w 1653372"/>
              <a:gd name="connsiteY36" fmla="*/ 507540 h 542154"/>
              <a:gd name="connisteX37" fmla="*/ 298847 w 1653372"/>
              <a:gd name="connsiteY37" fmla="*/ 524685 h 542154"/>
              <a:gd name="connisteX38" fmla="*/ 228997 w 1653372"/>
              <a:gd name="connsiteY38" fmla="*/ 524685 h 542154"/>
              <a:gd name="connisteX39" fmla="*/ 150892 w 1653372"/>
              <a:gd name="connsiteY39" fmla="*/ 524685 h 542154"/>
              <a:gd name="connisteX40" fmla="*/ 81677 w 1653372"/>
              <a:gd name="connsiteY40" fmla="*/ 515795 h 542154"/>
              <a:gd name="connisteX41" fmla="*/ 11827 w 1653372"/>
              <a:gd name="connsiteY41" fmla="*/ 429435 h 542154"/>
              <a:gd name="connisteX42" fmla="*/ 3572 w 1653372"/>
              <a:gd name="connsiteY42" fmla="*/ 342440 h 542154"/>
              <a:gd name="connisteX43" fmla="*/ 3572 w 1653372"/>
              <a:gd name="connsiteY43" fmla="*/ 264335 h 542154"/>
              <a:gd name="connisteX44" fmla="*/ 37862 w 1653372"/>
              <a:gd name="connsiteY44" fmla="*/ 194485 h 542154"/>
              <a:gd name="connisteX45" fmla="*/ 107712 w 1653372"/>
              <a:gd name="connsiteY45" fmla="*/ 133525 h 542154"/>
              <a:gd name="connisteX46" fmla="*/ 176927 w 1653372"/>
              <a:gd name="connsiteY46" fmla="*/ 107490 h 542154"/>
              <a:gd name="connisteX47" fmla="*/ 255032 w 1653372"/>
              <a:gd name="connsiteY47" fmla="*/ 64310 h 5421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</a:cxnLst>
            <a:rect l="l" t="t" r="r" b="b"/>
            <a:pathLst>
              <a:path w="1653373" h="542154">
                <a:moveTo>
                  <a:pt x="228998" y="73201"/>
                </a:moveTo>
                <a:cubicBezTo>
                  <a:pt x="242968" y="64311"/>
                  <a:pt x="274083" y="39546"/>
                  <a:pt x="307103" y="29386"/>
                </a:cubicBezTo>
                <a:cubicBezTo>
                  <a:pt x="340123" y="19226"/>
                  <a:pt x="362983" y="21131"/>
                  <a:pt x="394098" y="21131"/>
                </a:cubicBezTo>
                <a:cubicBezTo>
                  <a:pt x="425213" y="21131"/>
                  <a:pt x="433468" y="26211"/>
                  <a:pt x="463313" y="29386"/>
                </a:cubicBezTo>
                <a:cubicBezTo>
                  <a:pt x="493158" y="32561"/>
                  <a:pt x="510938" y="34466"/>
                  <a:pt x="542053" y="38276"/>
                </a:cubicBezTo>
                <a:cubicBezTo>
                  <a:pt x="573168" y="42086"/>
                  <a:pt x="587138" y="50341"/>
                  <a:pt x="620158" y="47166"/>
                </a:cubicBezTo>
                <a:cubicBezTo>
                  <a:pt x="653178" y="43991"/>
                  <a:pt x="671593" y="30021"/>
                  <a:pt x="706518" y="21131"/>
                </a:cubicBezTo>
                <a:cubicBezTo>
                  <a:pt x="741443" y="12241"/>
                  <a:pt x="758588" y="7161"/>
                  <a:pt x="793513" y="3351"/>
                </a:cubicBezTo>
                <a:cubicBezTo>
                  <a:pt x="828438" y="-459"/>
                  <a:pt x="849393" y="-1729"/>
                  <a:pt x="880508" y="3351"/>
                </a:cubicBezTo>
                <a:cubicBezTo>
                  <a:pt x="911623" y="8431"/>
                  <a:pt x="918608" y="24306"/>
                  <a:pt x="949723" y="29386"/>
                </a:cubicBezTo>
                <a:cubicBezTo>
                  <a:pt x="980838" y="34466"/>
                  <a:pt x="1005603" y="32561"/>
                  <a:pt x="1036718" y="29386"/>
                </a:cubicBezTo>
                <a:cubicBezTo>
                  <a:pt x="1067833" y="26211"/>
                  <a:pt x="1078628" y="14146"/>
                  <a:pt x="1106568" y="12241"/>
                </a:cubicBezTo>
                <a:cubicBezTo>
                  <a:pt x="1134508" y="10336"/>
                  <a:pt x="1146573" y="9066"/>
                  <a:pt x="1175783" y="21131"/>
                </a:cubicBezTo>
                <a:cubicBezTo>
                  <a:pt x="1204993" y="33196"/>
                  <a:pt x="1222773" y="56056"/>
                  <a:pt x="1253888" y="73201"/>
                </a:cubicBezTo>
                <a:cubicBezTo>
                  <a:pt x="1285003" y="90346"/>
                  <a:pt x="1300878" y="97331"/>
                  <a:pt x="1331993" y="107491"/>
                </a:cubicBezTo>
                <a:cubicBezTo>
                  <a:pt x="1363108" y="117651"/>
                  <a:pt x="1380253" y="118286"/>
                  <a:pt x="1410098" y="125271"/>
                </a:cubicBezTo>
                <a:cubicBezTo>
                  <a:pt x="1439943" y="132256"/>
                  <a:pt x="1452008" y="139241"/>
                  <a:pt x="1479948" y="142416"/>
                </a:cubicBezTo>
                <a:cubicBezTo>
                  <a:pt x="1507888" y="145591"/>
                  <a:pt x="1521223" y="128446"/>
                  <a:pt x="1549163" y="142416"/>
                </a:cubicBezTo>
                <a:cubicBezTo>
                  <a:pt x="1577103" y="156386"/>
                  <a:pt x="1599963" y="184326"/>
                  <a:pt x="1619013" y="212266"/>
                </a:cubicBezTo>
                <a:cubicBezTo>
                  <a:pt x="1638063" y="240206"/>
                  <a:pt x="1639968" y="253541"/>
                  <a:pt x="1645048" y="281481"/>
                </a:cubicBezTo>
                <a:cubicBezTo>
                  <a:pt x="1650128" y="309421"/>
                  <a:pt x="1660923" y="327836"/>
                  <a:pt x="1645048" y="350696"/>
                </a:cubicBezTo>
                <a:cubicBezTo>
                  <a:pt x="1629173" y="373556"/>
                  <a:pt x="1597423" y="377366"/>
                  <a:pt x="1566308" y="394511"/>
                </a:cubicBezTo>
                <a:cubicBezTo>
                  <a:pt x="1535193" y="411656"/>
                  <a:pt x="1517413" y="423721"/>
                  <a:pt x="1488203" y="437691"/>
                </a:cubicBezTo>
                <a:cubicBezTo>
                  <a:pt x="1458993" y="451661"/>
                  <a:pt x="1448198" y="451661"/>
                  <a:pt x="1418988" y="463726"/>
                </a:cubicBezTo>
                <a:cubicBezTo>
                  <a:pt x="1389778" y="475791"/>
                  <a:pt x="1370728" y="486586"/>
                  <a:pt x="1340883" y="498651"/>
                </a:cubicBezTo>
                <a:cubicBezTo>
                  <a:pt x="1311038" y="510716"/>
                  <a:pt x="1300878" y="517701"/>
                  <a:pt x="1271033" y="524686"/>
                </a:cubicBezTo>
                <a:cubicBezTo>
                  <a:pt x="1241188" y="531671"/>
                  <a:pt x="1227853" y="530401"/>
                  <a:pt x="1192928" y="533576"/>
                </a:cubicBezTo>
                <a:cubicBezTo>
                  <a:pt x="1158003" y="536751"/>
                  <a:pt x="1140858" y="543736"/>
                  <a:pt x="1097678" y="541831"/>
                </a:cubicBezTo>
                <a:cubicBezTo>
                  <a:pt x="1054498" y="539926"/>
                  <a:pt x="1013858" y="529766"/>
                  <a:pt x="975758" y="524686"/>
                </a:cubicBezTo>
                <a:cubicBezTo>
                  <a:pt x="937658" y="519606"/>
                  <a:pt x="937658" y="520876"/>
                  <a:pt x="906543" y="515796"/>
                </a:cubicBezTo>
                <a:cubicBezTo>
                  <a:pt x="875428" y="510716"/>
                  <a:pt x="854473" y="505636"/>
                  <a:pt x="819548" y="498651"/>
                </a:cubicBezTo>
                <a:cubicBezTo>
                  <a:pt x="784623" y="491666"/>
                  <a:pt x="765573" y="488491"/>
                  <a:pt x="732553" y="481506"/>
                </a:cubicBezTo>
                <a:cubicBezTo>
                  <a:pt x="699533" y="474521"/>
                  <a:pt x="683658" y="467536"/>
                  <a:pt x="654448" y="463726"/>
                </a:cubicBezTo>
                <a:cubicBezTo>
                  <a:pt x="625238" y="459916"/>
                  <a:pt x="613173" y="463726"/>
                  <a:pt x="585233" y="463726"/>
                </a:cubicBezTo>
                <a:cubicBezTo>
                  <a:pt x="557293" y="463726"/>
                  <a:pt x="543958" y="459916"/>
                  <a:pt x="516018" y="463726"/>
                </a:cubicBezTo>
                <a:cubicBezTo>
                  <a:pt x="488078" y="467536"/>
                  <a:pt x="474108" y="472616"/>
                  <a:pt x="446168" y="481506"/>
                </a:cubicBezTo>
                <a:cubicBezTo>
                  <a:pt x="418228" y="490396"/>
                  <a:pt x="406163" y="498651"/>
                  <a:pt x="376953" y="507541"/>
                </a:cubicBezTo>
                <a:cubicBezTo>
                  <a:pt x="347743" y="516431"/>
                  <a:pt x="328693" y="521511"/>
                  <a:pt x="298848" y="524686"/>
                </a:cubicBezTo>
                <a:cubicBezTo>
                  <a:pt x="269003" y="527861"/>
                  <a:pt x="258843" y="524686"/>
                  <a:pt x="228998" y="524686"/>
                </a:cubicBezTo>
                <a:cubicBezTo>
                  <a:pt x="199153" y="524686"/>
                  <a:pt x="180103" y="526591"/>
                  <a:pt x="150893" y="524686"/>
                </a:cubicBezTo>
                <a:cubicBezTo>
                  <a:pt x="121683" y="522781"/>
                  <a:pt x="109618" y="534846"/>
                  <a:pt x="81678" y="515796"/>
                </a:cubicBezTo>
                <a:cubicBezTo>
                  <a:pt x="53738" y="496746"/>
                  <a:pt x="27703" y="464361"/>
                  <a:pt x="11828" y="429436"/>
                </a:cubicBezTo>
                <a:cubicBezTo>
                  <a:pt x="-4047" y="394511"/>
                  <a:pt x="5478" y="375461"/>
                  <a:pt x="3573" y="342441"/>
                </a:cubicBezTo>
                <a:cubicBezTo>
                  <a:pt x="1668" y="309421"/>
                  <a:pt x="-3412" y="294181"/>
                  <a:pt x="3573" y="264336"/>
                </a:cubicBezTo>
                <a:cubicBezTo>
                  <a:pt x="10558" y="234491"/>
                  <a:pt x="16908" y="220521"/>
                  <a:pt x="37863" y="194486"/>
                </a:cubicBezTo>
                <a:cubicBezTo>
                  <a:pt x="58818" y="168451"/>
                  <a:pt x="79773" y="150671"/>
                  <a:pt x="107713" y="133526"/>
                </a:cubicBezTo>
                <a:cubicBezTo>
                  <a:pt x="135653" y="116381"/>
                  <a:pt x="147718" y="121461"/>
                  <a:pt x="176928" y="107491"/>
                </a:cubicBezTo>
                <a:cubicBezTo>
                  <a:pt x="206138" y="93521"/>
                  <a:pt x="241063" y="72566"/>
                  <a:pt x="255033" y="64311"/>
                </a:cubicBezTo>
              </a:path>
            </a:pathLst>
          </a:custGeom>
          <a:solidFill>
            <a:srgbClr val="2C487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501140" y="2475230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AlphaEdit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2577465" y="3044190"/>
            <a:ext cx="1772285" cy="583565"/>
          </a:xfrm>
          <a:custGeom>
            <a:avLst/>
            <a:gdLst>
              <a:gd name="connisteX0" fmla="*/ 480412 w 1772057"/>
              <a:gd name="connsiteY0" fmla="*/ 140288 h 583730"/>
              <a:gd name="connisteX1" fmla="*/ 549627 w 1772057"/>
              <a:gd name="connsiteY1" fmla="*/ 140288 h 583730"/>
              <a:gd name="connisteX2" fmla="*/ 618842 w 1772057"/>
              <a:gd name="connsiteY2" fmla="*/ 140288 h 583730"/>
              <a:gd name="connisteX3" fmla="*/ 714727 w 1772057"/>
              <a:gd name="connsiteY3" fmla="*/ 140288 h 583730"/>
              <a:gd name="connisteX4" fmla="*/ 792832 w 1772057"/>
              <a:gd name="connsiteY4" fmla="*/ 140288 h 583730"/>
              <a:gd name="connisteX5" fmla="*/ 862047 w 1772057"/>
              <a:gd name="connsiteY5" fmla="*/ 114253 h 583730"/>
              <a:gd name="connisteX6" fmla="*/ 940152 w 1772057"/>
              <a:gd name="connsiteY6" fmla="*/ 62183 h 583730"/>
              <a:gd name="connisteX7" fmla="*/ 1010002 w 1772057"/>
              <a:gd name="connsiteY7" fmla="*/ 10113 h 583730"/>
              <a:gd name="connisteX8" fmla="*/ 1105252 w 1772057"/>
              <a:gd name="connsiteY8" fmla="*/ 1223 h 583730"/>
              <a:gd name="connisteX9" fmla="*/ 1175102 w 1772057"/>
              <a:gd name="connsiteY9" fmla="*/ 18368 h 583730"/>
              <a:gd name="connisteX10" fmla="*/ 1262097 w 1772057"/>
              <a:gd name="connsiteY10" fmla="*/ 27258 h 583730"/>
              <a:gd name="connisteX11" fmla="*/ 1340202 w 1772057"/>
              <a:gd name="connsiteY11" fmla="*/ 44403 h 583730"/>
              <a:gd name="connisteX12" fmla="*/ 1426562 w 1772057"/>
              <a:gd name="connsiteY12" fmla="*/ 70438 h 583730"/>
              <a:gd name="connisteX13" fmla="*/ 1513557 w 1772057"/>
              <a:gd name="connsiteY13" fmla="*/ 140288 h 583730"/>
              <a:gd name="connisteX14" fmla="*/ 1583407 w 1772057"/>
              <a:gd name="connsiteY14" fmla="*/ 157433 h 583730"/>
              <a:gd name="connisteX15" fmla="*/ 1652622 w 1772057"/>
              <a:gd name="connsiteY15" fmla="*/ 166323 h 583730"/>
              <a:gd name="connisteX16" fmla="*/ 1730727 w 1772057"/>
              <a:gd name="connsiteY16" fmla="*/ 192358 h 583730"/>
              <a:gd name="connisteX17" fmla="*/ 1756762 w 1772057"/>
              <a:gd name="connsiteY17" fmla="*/ 287608 h 583730"/>
              <a:gd name="connisteX18" fmla="*/ 1765652 w 1772057"/>
              <a:gd name="connsiteY18" fmla="*/ 365713 h 583730"/>
              <a:gd name="connisteX19" fmla="*/ 1678657 w 1772057"/>
              <a:gd name="connsiteY19" fmla="*/ 426673 h 583730"/>
              <a:gd name="connisteX20" fmla="*/ 1609442 w 1772057"/>
              <a:gd name="connsiteY20" fmla="*/ 452708 h 583730"/>
              <a:gd name="connisteX21" fmla="*/ 1513557 w 1772057"/>
              <a:gd name="connsiteY21" fmla="*/ 470488 h 583730"/>
              <a:gd name="connisteX22" fmla="*/ 1444342 w 1772057"/>
              <a:gd name="connsiteY22" fmla="*/ 487633 h 583730"/>
              <a:gd name="connisteX23" fmla="*/ 1366237 w 1772057"/>
              <a:gd name="connsiteY23" fmla="*/ 496523 h 583730"/>
              <a:gd name="connisteX24" fmla="*/ 1296387 w 1772057"/>
              <a:gd name="connsiteY24" fmla="*/ 504778 h 583730"/>
              <a:gd name="connisteX25" fmla="*/ 1218282 w 1772057"/>
              <a:gd name="connsiteY25" fmla="*/ 513668 h 583730"/>
              <a:gd name="connisteX26" fmla="*/ 1140177 w 1772057"/>
              <a:gd name="connsiteY26" fmla="*/ 530813 h 583730"/>
              <a:gd name="connisteX27" fmla="*/ 1044927 w 1772057"/>
              <a:gd name="connsiteY27" fmla="*/ 548593 h 583730"/>
              <a:gd name="connisteX28" fmla="*/ 966187 w 1772057"/>
              <a:gd name="connsiteY28" fmla="*/ 548593 h 583730"/>
              <a:gd name="connisteX29" fmla="*/ 888082 w 1772057"/>
              <a:gd name="connsiteY29" fmla="*/ 556848 h 583730"/>
              <a:gd name="connisteX30" fmla="*/ 801722 w 1772057"/>
              <a:gd name="connsiteY30" fmla="*/ 556848 h 583730"/>
              <a:gd name="connisteX31" fmla="*/ 714727 w 1772057"/>
              <a:gd name="connsiteY31" fmla="*/ 574628 h 583730"/>
              <a:gd name="connisteX32" fmla="*/ 627732 w 1772057"/>
              <a:gd name="connsiteY32" fmla="*/ 582883 h 583730"/>
              <a:gd name="connisteX33" fmla="*/ 558517 w 1772057"/>
              <a:gd name="connsiteY33" fmla="*/ 582883 h 583730"/>
              <a:gd name="connisteX34" fmla="*/ 471522 w 1772057"/>
              <a:gd name="connsiteY34" fmla="*/ 582883 h 583730"/>
              <a:gd name="connisteX35" fmla="*/ 393417 w 1772057"/>
              <a:gd name="connsiteY35" fmla="*/ 574628 h 583730"/>
              <a:gd name="connisteX36" fmla="*/ 323567 w 1772057"/>
              <a:gd name="connsiteY36" fmla="*/ 565738 h 583730"/>
              <a:gd name="connisteX37" fmla="*/ 245462 w 1772057"/>
              <a:gd name="connsiteY37" fmla="*/ 548593 h 583730"/>
              <a:gd name="connisteX38" fmla="*/ 167357 w 1772057"/>
              <a:gd name="connsiteY38" fmla="*/ 530813 h 583730"/>
              <a:gd name="connisteX39" fmla="*/ 98142 w 1772057"/>
              <a:gd name="connsiteY39" fmla="*/ 504778 h 583730"/>
              <a:gd name="connisteX40" fmla="*/ 28292 w 1772057"/>
              <a:gd name="connsiteY40" fmla="*/ 470488 h 583730"/>
              <a:gd name="connisteX41" fmla="*/ 2257 w 1772057"/>
              <a:gd name="connsiteY41" fmla="*/ 400638 h 583730"/>
              <a:gd name="connisteX42" fmla="*/ 2257 w 1772057"/>
              <a:gd name="connsiteY42" fmla="*/ 305388 h 583730"/>
              <a:gd name="connisteX43" fmla="*/ 2257 w 1772057"/>
              <a:gd name="connsiteY43" fmla="*/ 235538 h 583730"/>
              <a:gd name="connisteX44" fmla="*/ 28292 w 1772057"/>
              <a:gd name="connsiteY44" fmla="*/ 166323 h 583730"/>
              <a:gd name="connisteX45" fmla="*/ 98142 w 1772057"/>
              <a:gd name="connsiteY45" fmla="*/ 114253 h 583730"/>
              <a:gd name="connisteX46" fmla="*/ 176247 w 1772057"/>
              <a:gd name="connsiteY46" fmla="*/ 96473 h 583730"/>
              <a:gd name="connisteX47" fmla="*/ 245462 w 1772057"/>
              <a:gd name="connsiteY47" fmla="*/ 96473 h 583730"/>
              <a:gd name="connisteX48" fmla="*/ 315312 w 1772057"/>
              <a:gd name="connsiteY48" fmla="*/ 105363 h 583730"/>
              <a:gd name="connisteX49" fmla="*/ 384527 w 1772057"/>
              <a:gd name="connsiteY49" fmla="*/ 105363 h 583730"/>
              <a:gd name="connisteX50" fmla="*/ 454377 w 1772057"/>
              <a:gd name="connsiteY50" fmla="*/ 122508 h 5837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</a:cxnLst>
            <a:rect l="l" t="t" r="r" b="b"/>
            <a:pathLst>
              <a:path w="1772057" h="583730">
                <a:moveTo>
                  <a:pt x="480413" y="140289"/>
                </a:moveTo>
                <a:cubicBezTo>
                  <a:pt x="493113" y="140289"/>
                  <a:pt x="521688" y="140289"/>
                  <a:pt x="549628" y="140289"/>
                </a:cubicBezTo>
                <a:cubicBezTo>
                  <a:pt x="577568" y="140289"/>
                  <a:pt x="585823" y="140289"/>
                  <a:pt x="618843" y="140289"/>
                </a:cubicBezTo>
                <a:cubicBezTo>
                  <a:pt x="651863" y="140289"/>
                  <a:pt x="679803" y="140289"/>
                  <a:pt x="714728" y="140289"/>
                </a:cubicBezTo>
                <a:cubicBezTo>
                  <a:pt x="749653" y="140289"/>
                  <a:pt x="763623" y="145369"/>
                  <a:pt x="792833" y="140289"/>
                </a:cubicBezTo>
                <a:cubicBezTo>
                  <a:pt x="822043" y="135209"/>
                  <a:pt x="832838" y="130129"/>
                  <a:pt x="862048" y="114254"/>
                </a:cubicBezTo>
                <a:cubicBezTo>
                  <a:pt x="891258" y="98379"/>
                  <a:pt x="910308" y="83139"/>
                  <a:pt x="940153" y="62184"/>
                </a:cubicBezTo>
                <a:cubicBezTo>
                  <a:pt x="969998" y="41229"/>
                  <a:pt x="976983" y="22179"/>
                  <a:pt x="1010003" y="10114"/>
                </a:cubicBezTo>
                <a:cubicBezTo>
                  <a:pt x="1043023" y="-1951"/>
                  <a:pt x="1072233" y="-681"/>
                  <a:pt x="1105253" y="1224"/>
                </a:cubicBezTo>
                <a:cubicBezTo>
                  <a:pt x="1138273" y="3129"/>
                  <a:pt x="1143988" y="13289"/>
                  <a:pt x="1175103" y="18369"/>
                </a:cubicBezTo>
                <a:cubicBezTo>
                  <a:pt x="1206218" y="23449"/>
                  <a:pt x="1229078" y="22179"/>
                  <a:pt x="1262098" y="27259"/>
                </a:cubicBezTo>
                <a:cubicBezTo>
                  <a:pt x="1295118" y="32339"/>
                  <a:pt x="1307183" y="35514"/>
                  <a:pt x="1340203" y="44404"/>
                </a:cubicBezTo>
                <a:cubicBezTo>
                  <a:pt x="1373223" y="53294"/>
                  <a:pt x="1391638" y="51389"/>
                  <a:pt x="1426563" y="70439"/>
                </a:cubicBezTo>
                <a:cubicBezTo>
                  <a:pt x="1461488" y="89489"/>
                  <a:pt x="1482443" y="123144"/>
                  <a:pt x="1513558" y="140289"/>
                </a:cubicBezTo>
                <a:cubicBezTo>
                  <a:pt x="1544673" y="157434"/>
                  <a:pt x="1555468" y="152354"/>
                  <a:pt x="1583408" y="157434"/>
                </a:cubicBezTo>
                <a:cubicBezTo>
                  <a:pt x="1611348" y="162514"/>
                  <a:pt x="1623413" y="159339"/>
                  <a:pt x="1652623" y="166324"/>
                </a:cubicBezTo>
                <a:cubicBezTo>
                  <a:pt x="1681833" y="173309"/>
                  <a:pt x="1709773" y="168229"/>
                  <a:pt x="1730728" y="192359"/>
                </a:cubicBezTo>
                <a:cubicBezTo>
                  <a:pt x="1751683" y="216489"/>
                  <a:pt x="1749778" y="252684"/>
                  <a:pt x="1756763" y="287609"/>
                </a:cubicBezTo>
                <a:cubicBezTo>
                  <a:pt x="1763748" y="322534"/>
                  <a:pt x="1781528" y="337774"/>
                  <a:pt x="1765653" y="365714"/>
                </a:cubicBezTo>
                <a:cubicBezTo>
                  <a:pt x="1749778" y="393654"/>
                  <a:pt x="1709773" y="409529"/>
                  <a:pt x="1678658" y="426674"/>
                </a:cubicBezTo>
                <a:cubicBezTo>
                  <a:pt x="1647543" y="443819"/>
                  <a:pt x="1642463" y="443819"/>
                  <a:pt x="1609443" y="452709"/>
                </a:cubicBezTo>
                <a:cubicBezTo>
                  <a:pt x="1576423" y="461599"/>
                  <a:pt x="1546578" y="463504"/>
                  <a:pt x="1513558" y="470489"/>
                </a:cubicBezTo>
                <a:cubicBezTo>
                  <a:pt x="1480538" y="477474"/>
                  <a:pt x="1473553" y="482554"/>
                  <a:pt x="1444343" y="487634"/>
                </a:cubicBezTo>
                <a:cubicBezTo>
                  <a:pt x="1415133" y="492714"/>
                  <a:pt x="1396083" y="493349"/>
                  <a:pt x="1366238" y="496524"/>
                </a:cubicBezTo>
                <a:cubicBezTo>
                  <a:pt x="1336393" y="499699"/>
                  <a:pt x="1326233" y="501604"/>
                  <a:pt x="1296388" y="504779"/>
                </a:cubicBezTo>
                <a:cubicBezTo>
                  <a:pt x="1266543" y="507954"/>
                  <a:pt x="1249398" y="508589"/>
                  <a:pt x="1218283" y="513669"/>
                </a:cubicBezTo>
                <a:cubicBezTo>
                  <a:pt x="1187168" y="518749"/>
                  <a:pt x="1175103" y="523829"/>
                  <a:pt x="1140178" y="530814"/>
                </a:cubicBezTo>
                <a:cubicBezTo>
                  <a:pt x="1105253" y="537799"/>
                  <a:pt x="1079853" y="544784"/>
                  <a:pt x="1044928" y="548594"/>
                </a:cubicBezTo>
                <a:cubicBezTo>
                  <a:pt x="1010003" y="552404"/>
                  <a:pt x="997303" y="546689"/>
                  <a:pt x="966188" y="548594"/>
                </a:cubicBezTo>
                <a:cubicBezTo>
                  <a:pt x="935073" y="550499"/>
                  <a:pt x="921103" y="554944"/>
                  <a:pt x="888083" y="556849"/>
                </a:cubicBezTo>
                <a:cubicBezTo>
                  <a:pt x="855063" y="558754"/>
                  <a:pt x="836648" y="553039"/>
                  <a:pt x="801723" y="556849"/>
                </a:cubicBezTo>
                <a:cubicBezTo>
                  <a:pt x="766798" y="560659"/>
                  <a:pt x="749653" y="569549"/>
                  <a:pt x="714728" y="574629"/>
                </a:cubicBezTo>
                <a:cubicBezTo>
                  <a:pt x="679803" y="579709"/>
                  <a:pt x="658848" y="580979"/>
                  <a:pt x="627733" y="582884"/>
                </a:cubicBezTo>
                <a:cubicBezTo>
                  <a:pt x="596618" y="584789"/>
                  <a:pt x="589633" y="582884"/>
                  <a:pt x="558518" y="582884"/>
                </a:cubicBezTo>
                <a:cubicBezTo>
                  <a:pt x="527403" y="582884"/>
                  <a:pt x="504543" y="584789"/>
                  <a:pt x="471523" y="582884"/>
                </a:cubicBezTo>
                <a:cubicBezTo>
                  <a:pt x="438503" y="580979"/>
                  <a:pt x="423263" y="577804"/>
                  <a:pt x="393418" y="574629"/>
                </a:cubicBezTo>
                <a:cubicBezTo>
                  <a:pt x="363573" y="571454"/>
                  <a:pt x="353413" y="570819"/>
                  <a:pt x="323568" y="565739"/>
                </a:cubicBezTo>
                <a:cubicBezTo>
                  <a:pt x="293723" y="560659"/>
                  <a:pt x="276578" y="555579"/>
                  <a:pt x="245463" y="548594"/>
                </a:cubicBezTo>
                <a:cubicBezTo>
                  <a:pt x="214348" y="541609"/>
                  <a:pt x="196568" y="539704"/>
                  <a:pt x="167358" y="530814"/>
                </a:cubicBezTo>
                <a:cubicBezTo>
                  <a:pt x="138148" y="521924"/>
                  <a:pt x="126083" y="516844"/>
                  <a:pt x="98143" y="504779"/>
                </a:cubicBezTo>
                <a:cubicBezTo>
                  <a:pt x="70203" y="492714"/>
                  <a:pt x="47343" y="491444"/>
                  <a:pt x="28293" y="470489"/>
                </a:cubicBezTo>
                <a:cubicBezTo>
                  <a:pt x="9243" y="449534"/>
                  <a:pt x="7338" y="433659"/>
                  <a:pt x="2258" y="400639"/>
                </a:cubicBezTo>
                <a:cubicBezTo>
                  <a:pt x="-2822" y="367619"/>
                  <a:pt x="2258" y="338409"/>
                  <a:pt x="2258" y="305389"/>
                </a:cubicBezTo>
                <a:cubicBezTo>
                  <a:pt x="2258" y="272369"/>
                  <a:pt x="-2822" y="263479"/>
                  <a:pt x="2258" y="235539"/>
                </a:cubicBezTo>
                <a:cubicBezTo>
                  <a:pt x="7338" y="207599"/>
                  <a:pt x="9243" y="190454"/>
                  <a:pt x="28293" y="166324"/>
                </a:cubicBezTo>
                <a:cubicBezTo>
                  <a:pt x="47343" y="142194"/>
                  <a:pt x="68298" y="128224"/>
                  <a:pt x="98143" y="114254"/>
                </a:cubicBezTo>
                <a:cubicBezTo>
                  <a:pt x="127988" y="100284"/>
                  <a:pt x="147038" y="100284"/>
                  <a:pt x="176248" y="96474"/>
                </a:cubicBezTo>
                <a:cubicBezTo>
                  <a:pt x="205458" y="92664"/>
                  <a:pt x="217523" y="94569"/>
                  <a:pt x="245463" y="96474"/>
                </a:cubicBezTo>
                <a:cubicBezTo>
                  <a:pt x="273403" y="98379"/>
                  <a:pt x="287373" y="103459"/>
                  <a:pt x="315313" y="105364"/>
                </a:cubicBezTo>
                <a:cubicBezTo>
                  <a:pt x="343253" y="107269"/>
                  <a:pt x="356588" y="102189"/>
                  <a:pt x="384528" y="105364"/>
                </a:cubicBezTo>
                <a:cubicBezTo>
                  <a:pt x="412468" y="108539"/>
                  <a:pt x="441678" y="119334"/>
                  <a:pt x="454378" y="122509"/>
                </a:cubicBezTo>
              </a:path>
            </a:pathLst>
          </a:custGeom>
          <a:solidFill>
            <a:srgbClr val="8A508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861310" y="3232150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Unke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1344295" y="3553460"/>
            <a:ext cx="1950085" cy="664210"/>
          </a:xfrm>
          <a:custGeom>
            <a:avLst/>
            <a:gdLst>
              <a:gd name="connisteX0" fmla="*/ 237796 w 1949832"/>
              <a:gd name="connsiteY0" fmla="*/ 157638 h 664329"/>
              <a:gd name="connisteX1" fmla="*/ 315901 w 1949832"/>
              <a:gd name="connsiteY1" fmla="*/ 122713 h 664329"/>
              <a:gd name="connisteX2" fmla="*/ 394641 w 1949832"/>
              <a:gd name="connsiteY2" fmla="*/ 88423 h 664329"/>
              <a:gd name="connisteX3" fmla="*/ 463856 w 1949832"/>
              <a:gd name="connsiteY3" fmla="*/ 79533 h 664329"/>
              <a:gd name="connisteX4" fmla="*/ 550851 w 1949832"/>
              <a:gd name="connsiteY4" fmla="*/ 62388 h 664329"/>
              <a:gd name="connisteX5" fmla="*/ 654991 w 1949832"/>
              <a:gd name="connsiteY5" fmla="*/ 36353 h 664329"/>
              <a:gd name="connisteX6" fmla="*/ 768021 w 1949832"/>
              <a:gd name="connsiteY6" fmla="*/ 18573 h 664329"/>
              <a:gd name="connisteX7" fmla="*/ 854381 w 1949832"/>
              <a:gd name="connsiteY7" fmla="*/ 10318 h 664329"/>
              <a:gd name="connisteX8" fmla="*/ 924231 w 1949832"/>
              <a:gd name="connsiteY8" fmla="*/ 1428 h 664329"/>
              <a:gd name="connisteX9" fmla="*/ 993446 w 1949832"/>
              <a:gd name="connsiteY9" fmla="*/ 1428 h 664329"/>
              <a:gd name="connisteX10" fmla="*/ 1071551 w 1949832"/>
              <a:gd name="connsiteY10" fmla="*/ 10318 h 664329"/>
              <a:gd name="connisteX11" fmla="*/ 1167436 w 1949832"/>
              <a:gd name="connsiteY11" fmla="*/ 36353 h 664329"/>
              <a:gd name="connisteX12" fmla="*/ 1254431 w 1949832"/>
              <a:gd name="connsiteY12" fmla="*/ 53498 h 664329"/>
              <a:gd name="connisteX13" fmla="*/ 1323646 w 1949832"/>
              <a:gd name="connsiteY13" fmla="*/ 70643 h 664329"/>
              <a:gd name="connisteX14" fmla="*/ 1392861 w 1949832"/>
              <a:gd name="connsiteY14" fmla="*/ 79533 h 664329"/>
              <a:gd name="connisteX15" fmla="*/ 1462711 w 1949832"/>
              <a:gd name="connsiteY15" fmla="*/ 88423 h 664329"/>
              <a:gd name="connisteX16" fmla="*/ 1557961 w 1949832"/>
              <a:gd name="connsiteY16" fmla="*/ 96678 h 664329"/>
              <a:gd name="connisteX17" fmla="*/ 1636066 w 1949832"/>
              <a:gd name="connsiteY17" fmla="*/ 114458 h 664329"/>
              <a:gd name="connisteX18" fmla="*/ 1731951 w 1949832"/>
              <a:gd name="connsiteY18" fmla="*/ 140493 h 664329"/>
              <a:gd name="connisteX19" fmla="*/ 1818946 w 1949832"/>
              <a:gd name="connsiteY19" fmla="*/ 166528 h 664329"/>
              <a:gd name="connisteX20" fmla="*/ 1888161 w 1949832"/>
              <a:gd name="connsiteY20" fmla="*/ 209708 h 664329"/>
              <a:gd name="connisteX21" fmla="*/ 1931341 w 1949832"/>
              <a:gd name="connsiteY21" fmla="*/ 287813 h 664329"/>
              <a:gd name="connisteX22" fmla="*/ 1940231 w 1949832"/>
              <a:gd name="connsiteY22" fmla="*/ 357663 h 664329"/>
              <a:gd name="connisteX23" fmla="*/ 1949121 w 1949832"/>
              <a:gd name="connsiteY23" fmla="*/ 426878 h 664329"/>
              <a:gd name="connisteX24" fmla="*/ 1923086 w 1949832"/>
              <a:gd name="connsiteY24" fmla="*/ 504983 h 664329"/>
              <a:gd name="connisteX25" fmla="*/ 1827201 w 1949832"/>
              <a:gd name="connsiteY25" fmla="*/ 557053 h 664329"/>
              <a:gd name="connisteX26" fmla="*/ 1731951 w 1949832"/>
              <a:gd name="connsiteY26" fmla="*/ 583088 h 664329"/>
              <a:gd name="connisteX27" fmla="*/ 1644956 w 1949832"/>
              <a:gd name="connsiteY27" fmla="*/ 591978 h 664329"/>
              <a:gd name="connisteX28" fmla="*/ 1531926 w 1949832"/>
              <a:gd name="connsiteY28" fmla="*/ 591978 h 664329"/>
              <a:gd name="connisteX29" fmla="*/ 1462711 w 1949832"/>
              <a:gd name="connsiteY29" fmla="*/ 591978 h 664329"/>
              <a:gd name="connisteX30" fmla="*/ 1384606 w 1949832"/>
              <a:gd name="connsiteY30" fmla="*/ 591978 h 664329"/>
              <a:gd name="connisteX31" fmla="*/ 1306501 w 1949832"/>
              <a:gd name="connsiteY31" fmla="*/ 583088 h 664329"/>
              <a:gd name="connisteX32" fmla="*/ 1184581 w 1949832"/>
              <a:gd name="connsiteY32" fmla="*/ 574833 h 664329"/>
              <a:gd name="connisteX33" fmla="*/ 1089331 w 1949832"/>
              <a:gd name="connsiteY33" fmla="*/ 565943 h 664329"/>
              <a:gd name="connisteX34" fmla="*/ 1019481 w 1949832"/>
              <a:gd name="connsiteY34" fmla="*/ 557053 h 664329"/>
              <a:gd name="connisteX35" fmla="*/ 941376 w 1949832"/>
              <a:gd name="connsiteY35" fmla="*/ 557053 h 664329"/>
              <a:gd name="connisteX36" fmla="*/ 854381 w 1949832"/>
              <a:gd name="connsiteY36" fmla="*/ 557053 h 664329"/>
              <a:gd name="connisteX37" fmla="*/ 768021 w 1949832"/>
              <a:gd name="connsiteY37" fmla="*/ 557053 h 664329"/>
              <a:gd name="connisteX38" fmla="*/ 689916 w 1949832"/>
              <a:gd name="connsiteY38" fmla="*/ 565943 h 664329"/>
              <a:gd name="connisteX39" fmla="*/ 620066 w 1949832"/>
              <a:gd name="connsiteY39" fmla="*/ 583088 h 664329"/>
              <a:gd name="connisteX40" fmla="*/ 472746 w 1949832"/>
              <a:gd name="connsiteY40" fmla="*/ 618013 h 664329"/>
              <a:gd name="connisteX41" fmla="*/ 394641 w 1949832"/>
              <a:gd name="connsiteY41" fmla="*/ 644048 h 664329"/>
              <a:gd name="connisteX42" fmla="*/ 324791 w 1949832"/>
              <a:gd name="connsiteY42" fmla="*/ 661193 h 664329"/>
              <a:gd name="connisteX43" fmla="*/ 237796 w 1949832"/>
              <a:gd name="connsiteY43" fmla="*/ 661193 h 664329"/>
              <a:gd name="connisteX44" fmla="*/ 133656 w 1949832"/>
              <a:gd name="connsiteY44" fmla="*/ 635158 h 664329"/>
              <a:gd name="connisteX45" fmla="*/ 64441 w 1949832"/>
              <a:gd name="connsiteY45" fmla="*/ 574833 h 664329"/>
              <a:gd name="connisteX46" fmla="*/ 12371 w 1949832"/>
              <a:gd name="connsiteY46" fmla="*/ 478948 h 664329"/>
              <a:gd name="connisteX47" fmla="*/ 3481 w 1949832"/>
              <a:gd name="connsiteY47" fmla="*/ 391953 h 664329"/>
              <a:gd name="connisteX48" fmla="*/ 46661 w 1949832"/>
              <a:gd name="connsiteY48" fmla="*/ 313848 h 664329"/>
              <a:gd name="connisteX49" fmla="*/ 133656 w 1949832"/>
              <a:gd name="connsiteY49" fmla="*/ 244633 h 664329"/>
              <a:gd name="connisteX50" fmla="*/ 203506 w 1949832"/>
              <a:gd name="connsiteY50" fmla="*/ 209708 h 664329"/>
              <a:gd name="connisteX51" fmla="*/ 272721 w 1949832"/>
              <a:gd name="connsiteY51" fmla="*/ 166528 h 6643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</a:cxnLst>
            <a:rect l="l" t="t" r="r" b="b"/>
            <a:pathLst>
              <a:path w="1949833" h="664330">
                <a:moveTo>
                  <a:pt x="237796" y="157639"/>
                </a:moveTo>
                <a:cubicBezTo>
                  <a:pt x="251766" y="151289"/>
                  <a:pt x="284786" y="136684"/>
                  <a:pt x="315901" y="122714"/>
                </a:cubicBezTo>
                <a:cubicBezTo>
                  <a:pt x="347016" y="108744"/>
                  <a:pt x="364796" y="97314"/>
                  <a:pt x="394641" y="88424"/>
                </a:cubicBezTo>
                <a:cubicBezTo>
                  <a:pt x="424486" y="79534"/>
                  <a:pt x="432741" y="84614"/>
                  <a:pt x="463856" y="79534"/>
                </a:cubicBezTo>
                <a:cubicBezTo>
                  <a:pt x="494971" y="74454"/>
                  <a:pt x="512751" y="71279"/>
                  <a:pt x="550851" y="62389"/>
                </a:cubicBezTo>
                <a:cubicBezTo>
                  <a:pt x="588951" y="53499"/>
                  <a:pt x="611811" y="45244"/>
                  <a:pt x="654991" y="36354"/>
                </a:cubicBezTo>
                <a:cubicBezTo>
                  <a:pt x="698171" y="27464"/>
                  <a:pt x="728016" y="23654"/>
                  <a:pt x="768021" y="18574"/>
                </a:cubicBezTo>
                <a:cubicBezTo>
                  <a:pt x="808026" y="13494"/>
                  <a:pt x="823266" y="13494"/>
                  <a:pt x="854381" y="10319"/>
                </a:cubicBezTo>
                <a:cubicBezTo>
                  <a:pt x="885496" y="7144"/>
                  <a:pt x="896291" y="3334"/>
                  <a:pt x="924231" y="1429"/>
                </a:cubicBezTo>
                <a:cubicBezTo>
                  <a:pt x="952171" y="-476"/>
                  <a:pt x="964236" y="-476"/>
                  <a:pt x="993446" y="1429"/>
                </a:cubicBezTo>
                <a:cubicBezTo>
                  <a:pt x="1022656" y="3334"/>
                  <a:pt x="1036626" y="3334"/>
                  <a:pt x="1071551" y="10319"/>
                </a:cubicBezTo>
                <a:cubicBezTo>
                  <a:pt x="1106476" y="17304"/>
                  <a:pt x="1130606" y="27464"/>
                  <a:pt x="1167436" y="36354"/>
                </a:cubicBezTo>
                <a:cubicBezTo>
                  <a:pt x="1204266" y="45244"/>
                  <a:pt x="1223316" y="46514"/>
                  <a:pt x="1254431" y="53499"/>
                </a:cubicBezTo>
                <a:cubicBezTo>
                  <a:pt x="1285546" y="60484"/>
                  <a:pt x="1295706" y="65564"/>
                  <a:pt x="1323646" y="70644"/>
                </a:cubicBezTo>
                <a:cubicBezTo>
                  <a:pt x="1351586" y="75724"/>
                  <a:pt x="1364921" y="75724"/>
                  <a:pt x="1392861" y="79534"/>
                </a:cubicBezTo>
                <a:cubicBezTo>
                  <a:pt x="1420801" y="83344"/>
                  <a:pt x="1429691" y="85249"/>
                  <a:pt x="1462711" y="88424"/>
                </a:cubicBezTo>
                <a:cubicBezTo>
                  <a:pt x="1495731" y="91599"/>
                  <a:pt x="1523036" y="91599"/>
                  <a:pt x="1557961" y="96679"/>
                </a:cubicBezTo>
                <a:cubicBezTo>
                  <a:pt x="1592886" y="101759"/>
                  <a:pt x="1601141" y="105569"/>
                  <a:pt x="1636066" y="114459"/>
                </a:cubicBezTo>
                <a:cubicBezTo>
                  <a:pt x="1670991" y="123349"/>
                  <a:pt x="1695121" y="130334"/>
                  <a:pt x="1731951" y="140494"/>
                </a:cubicBezTo>
                <a:cubicBezTo>
                  <a:pt x="1768781" y="150654"/>
                  <a:pt x="1787831" y="152559"/>
                  <a:pt x="1818946" y="166529"/>
                </a:cubicBezTo>
                <a:cubicBezTo>
                  <a:pt x="1850061" y="180499"/>
                  <a:pt x="1865936" y="185579"/>
                  <a:pt x="1888161" y="209709"/>
                </a:cubicBezTo>
                <a:cubicBezTo>
                  <a:pt x="1910386" y="233839"/>
                  <a:pt x="1921181" y="257969"/>
                  <a:pt x="1931341" y="287814"/>
                </a:cubicBezTo>
                <a:cubicBezTo>
                  <a:pt x="1941501" y="317659"/>
                  <a:pt x="1936421" y="329724"/>
                  <a:pt x="1940231" y="357664"/>
                </a:cubicBezTo>
                <a:cubicBezTo>
                  <a:pt x="1944041" y="385604"/>
                  <a:pt x="1952296" y="397669"/>
                  <a:pt x="1949121" y="426879"/>
                </a:cubicBezTo>
                <a:cubicBezTo>
                  <a:pt x="1945946" y="456089"/>
                  <a:pt x="1947216" y="478949"/>
                  <a:pt x="1923086" y="504984"/>
                </a:cubicBezTo>
                <a:cubicBezTo>
                  <a:pt x="1898956" y="531019"/>
                  <a:pt x="1865301" y="541179"/>
                  <a:pt x="1827201" y="557054"/>
                </a:cubicBezTo>
                <a:cubicBezTo>
                  <a:pt x="1789101" y="572929"/>
                  <a:pt x="1768146" y="576104"/>
                  <a:pt x="1731951" y="583089"/>
                </a:cubicBezTo>
                <a:cubicBezTo>
                  <a:pt x="1695756" y="590074"/>
                  <a:pt x="1684961" y="590074"/>
                  <a:pt x="1644956" y="591979"/>
                </a:cubicBezTo>
                <a:cubicBezTo>
                  <a:pt x="1604951" y="593884"/>
                  <a:pt x="1568121" y="591979"/>
                  <a:pt x="1531926" y="591979"/>
                </a:cubicBezTo>
                <a:cubicBezTo>
                  <a:pt x="1495731" y="591979"/>
                  <a:pt x="1491921" y="591979"/>
                  <a:pt x="1462711" y="591979"/>
                </a:cubicBezTo>
                <a:cubicBezTo>
                  <a:pt x="1433501" y="591979"/>
                  <a:pt x="1415721" y="593884"/>
                  <a:pt x="1384606" y="591979"/>
                </a:cubicBezTo>
                <a:cubicBezTo>
                  <a:pt x="1353491" y="590074"/>
                  <a:pt x="1346506" y="586264"/>
                  <a:pt x="1306501" y="583089"/>
                </a:cubicBezTo>
                <a:cubicBezTo>
                  <a:pt x="1266496" y="579914"/>
                  <a:pt x="1227761" y="578009"/>
                  <a:pt x="1184581" y="574834"/>
                </a:cubicBezTo>
                <a:cubicBezTo>
                  <a:pt x="1141401" y="571659"/>
                  <a:pt x="1122351" y="569754"/>
                  <a:pt x="1089331" y="565944"/>
                </a:cubicBezTo>
                <a:cubicBezTo>
                  <a:pt x="1056311" y="562134"/>
                  <a:pt x="1049326" y="558959"/>
                  <a:pt x="1019481" y="557054"/>
                </a:cubicBezTo>
                <a:cubicBezTo>
                  <a:pt x="989636" y="555149"/>
                  <a:pt x="974396" y="557054"/>
                  <a:pt x="941376" y="557054"/>
                </a:cubicBezTo>
                <a:cubicBezTo>
                  <a:pt x="908356" y="557054"/>
                  <a:pt x="889306" y="557054"/>
                  <a:pt x="854381" y="557054"/>
                </a:cubicBezTo>
                <a:cubicBezTo>
                  <a:pt x="819456" y="557054"/>
                  <a:pt x="801041" y="555149"/>
                  <a:pt x="768021" y="557054"/>
                </a:cubicBezTo>
                <a:cubicBezTo>
                  <a:pt x="735001" y="558959"/>
                  <a:pt x="719761" y="560864"/>
                  <a:pt x="689916" y="565944"/>
                </a:cubicBezTo>
                <a:cubicBezTo>
                  <a:pt x="660071" y="571024"/>
                  <a:pt x="663246" y="572929"/>
                  <a:pt x="620066" y="583089"/>
                </a:cubicBezTo>
                <a:cubicBezTo>
                  <a:pt x="576886" y="593249"/>
                  <a:pt x="517831" y="605949"/>
                  <a:pt x="472746" y="618014"/>
                </a:cubicBezTo>
                <a:cubicBezTo>
                  <a:pt x="427661" y="630079"/>
                  <a:pt x="424486" y="635159"/>
                  <a:pt x="394641" y="644049"/>
                </a:cubicBezTo>
                <a:cubicBezTo>
                  <a:pt x="364796" y="652939"/>
                  <a:pt x="355906" y="658019"/>
                  <a:pt x="324791" y="661194"/>
                </a:cubicBezTo>
                <a:cubicBezTo>
                  <a:pt x="293676" y="664369"/>
                  <a:pt x="275896" y="666274"/>
                  <a:pt x="237796" y="661194"/>
                </a:cubicBezTo>
                <a:cubicBezTo>
                  <a:pt x="199696" y="656114"/>
                  <a:pt x="168581" y="652304"/>
                  <a:pt x="133656" y="635159"/>
                </a:cubicBezTo>
                <a:cubicBezTo>
                  <a:pt x="98731" y="618014"/>
                  <a:pt x="88571" y="605949"/>
                  <a:pt x="64441" y="574834"/>
                </a:cubicBezTo>
                <a:cubicBezTo>
                  <a:pt x="40311" y="543719"/>
                  <a:pt x="24436" y="515779"/>
                  <a:pt x="12371" y="478949"/>
                </a:cubicBezTo>
                <a:cubicBezTo>
                  <a:pt x="306" y="442119"/>
                  <a:pt x="-3504" y="424974"/>
                  <a:pt x="3481" y="391954"/>
                </a:cubicBezTo>
                <a:cubicBezTo>
                  <a:pt x="10466" y="358934"/>
                  <a:pt x="20626" y="343059"/>
                  <a:pt x="46661" y="313849"/>
                </a:cubicBezTo>
                <a:cubicBezTo>
                  <a:pt x="72696" y="284639"/>
                  <a:pt x="102541" y="265589"/>
                  <a:pt x="133656" y="244634"/>
                </a:cubicBezTo>
                <a:cubicBezTo>
                  <a:pt x="164771" y="223679"/>
                  <a:pt x="175566" y="225584"/>
                  <a:pt x="203506" y="209709"/>
                </a:cubicBezTo>
                <a:cubicBezTo>
                  <a:pt x="231446" y="193834"/>
                  <a:pt x="260021" y="174149"/>
                  <a:pt x="272721" y="166529"/>
                </a:cubicBezTo>
              </a:path>
            </a:pathLst>
          </a:custGeom>
          <a:solidFill>
            <a:srgbClr val="BC50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674495" y="3672840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AnyEdit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093470" y="1882775"/>
            <a:ext cx="3265805" cy="0"/>
          </a:xfrm>
          <a:prstGeom prst="line">
            <a:avLst/>
          </a:prstGeom>
          <a:ln w="28575" cmpd="sng">
            <a:solidFill>
              <a:srgbClr val="FFD38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任意多边形 35"/>
          <p:cNvSpPr/>
          <p:nvPr/>
        </p:nvSpPr>
        <p:spPr>
          <a:xfrm>
            <a:off x="1966595" y="4330065"/>
            <a:ext cx="2316480" cy="586740"/>
          </a:xfrm>
          <a:custGeom>
            <a:avLst/>
            <a:gdLst>
              <a:gd name="connisteX0" fmla="*/ 187000 w 2316176"/>
              <a:gd name="connsiteY0" fmla="*/ 99695 h 586951"/>
              <a:gd name="connisteX1" fmla="*/ 265105 w 2316176"/>
              <a:gd name="connsiteY1" fmla="*/ 81915 h 586951"/>
              <a:gd name="connisteX2" fmla="*/ 378135 w 2316176"/>
              <a:gd name="connsiteY2" fmla="*/ 29845 h 586951"/>
              <a:gd name="connisteX3" fmla="*/ 473385 w 2316176"/>
              <a:gd name="connsiteY3" fmla="*/ 3810 h 586951"/>
              <a:gd name="connisteX4" fmla="*/ 543235 w 2316176"/>
              <a:gd name="connsiteY4" fmla="*/ 3810 h 586951"/>
              <a:gd name="connisteX5" fmla="*/ 629595 w 2316176"/>
              <a:gd name="connsiteY5" fmla="*/ 29845 h 586951"/>
              <a:gd name="connisteX6" fmla="*/ 734370 w 2316176"/>
              <a:gd name="connsiteY6" fmla="*/ 38735 h 586951"/>
              <a:gd name="connisteX7" fmla="*/ 855655 w 2316176"/>
              <a:gd name="connsiteY7" fmla="*/ 55880 h 586951"/>
              <a:gd name="connisteX8" fmla="*/ 942650 w 2316176"/>
              <a:gd name="connsiteY8" fmla="*/ 81915 h 586951"/>
              <a:gd name="connisteX9" fmla="*/ 1020755 w 2316176"/>
              <a:gd name="connsiteY9" fmla="*/ 99695 h 586951"/>
              <a:gd name="connisteX10" fmla="*/ 1107750 w 2316176"/>
              <a:gd name="connsiteY10" fmla="*/ 107950 h 586951"/>
              <a:gd name="connisteX11" fmla="*/ 1220145 w 2316176"/>
              <a:gd name="connsiteY11" fmla="*/ 99695 h 586951"/>
              <a:gd name="connisteX12" fmla="*/ 1289995 w 2316176"/>
              <a:gd name="connsiteY12" fmla="*/ 90805 h 586951"/>
              <a:gd name="connisteX13" fmla="*/ 1411280 w 2316176"/>
              <a:gd name="connsiteY13" fmla="*/ 81915 h 586951"/>
              <a:gd name="connisteX14" fmla="*/ 1524310 w 2316176"/>
              <a:gd name="connsiteY14" fmla="*/ 64770 h 586951"/>
              <a:gd name="connisteX15" fmla="*/ 1637340 w 2316176"/>
              <a:gd name="connsiteY15" fmla="*/ 47625 h 586951"/>
              <a:gd name="connisteX16" fmla="*/ 1706555 w 2316176"/>
              <a:gd name="connsiteY16" fmla="*/ 38735 h 586951"/>
              <a:gd name="connisteX17" fmla="*/ 1802440 w 2316176"/>
              <a:gd name="connsiteY17" fmla="*/ 12700 h 586951"/>
              <a:gd name="connisteX18" fmla="*/ 1889435 w 2316176"/>
              <a:gd name="connsiteY18" fmla="*/ 3810 h 586951"/>
              <a:gd name="connisteX19" fmla="*/ 1958650 w 2316176"/>
              <a:gd name="connsiteY19" fmla="*/ 3810 h 586951"/>
              <a:gd name="connisteX20" fmla="*/ 2053900 w 2316176"/>
              <a:gd name="connsiteY20" fmla="*/ 3810 h 586951"/>
              <a:gd name="connisteX21" fmla="*/ 2140895 w 2316176"/>
              <a:gd name="connsiteY21" fmla="*/ 21590 h 586951"/>
              <a:gd name="connisteX22" fmla="*/ 2210745 w 2316176"/>
              <a:gd name="connsiteY22" fmla="*/ 81915 h 586951"/>
              <a:gd name="connisteX23" fmla="*/ 2288850 w 2316176"/>
              <a:gd name="connsiteY23" fmla="*/ 160655 h 586951"/>
              <a:gd name="connisteX24" fmla="*/ 2314885 w 2316176"/>
              <a:gd name="connsiteY24" fmla="*/ 229870 h 586951"/>
              <a:gd name="connisteX25" fmla="*/ 2262815 w 2316176"/>
              <a:gd name="connsiteY25" fmla="*/ 325120 h 586951"/>
              <a:gd name="connisteX26" fmla="*/ 2201855 w 2316176"/>
              <a:gd name="connsiteY26" fmla="*/ 394970 h 586951"/>
              <a:gd name="connisteX27" fmla="*/ 2140895 w 2316176"/>
              <a:gd name="connsiteY27" fmla="*/ 473075 h 586951"/>
              <a:gd name="connisteX28" fmla="*/ 2071680 w 2316176"/>
              <a:gd name="connsiteY28" fmla="*/ 508000 h 586951"/>
              <a:gd name="connisteX29" fmla="*/ 1967540 w 2316176"/>
              <a:gd name="connsiteY29" fmla="*/ 534035 h 586951"/>
              <a:gd name="connisteX30" fmla="*/ 1845620 w 2316176"/>
              <a:gd name="connsiteY30" fmla="*/ 551180 h 586951"/>
              <a:gd name="connisteX31" fmla="*/ 1750370 w 2316176"/>
              <a:gd name="connsiteY31" fmla="*/ 560070 h 586951"/>
              <a:gd name="connisteX32" fmla="*/ 1654485 w 2316176"/>
              <a:gd name="connsiteY32" fmla="*/ 551180 h 586951"/>
              <a:gd name="connisteX33" fmla="*/ 1559235 w 2316176"/>
              <a:gd name="connsiteY33" fmla="*/ 534035 h 586951"/>
              <a:gd name="connisteX34" fmla="*/ 1455095 w 2316176"/>
              <a:gd name="connsiteY34" fmla="*/ 525145 h 586951"/>
              <a:gd name="connisteX35" fmla="*/ 1359210 w 2316176"/>
              <a:gd name="connsiteY35" fmla="*/ 516255 h 586951"/>
              <a:gd name="connisteX36" fmla="*/ 1263960 w 2316176"/>
              <a:gd name="connsiteY36" fmla="*/ 516255 h 586951"/>
              <a:gd name="connisteX37" fmla="*/ 1176965 w 2316176"/>
              <a:gd name="connsiteY37" fmla="*/ 516255 h 586951"/>
              <a:gd name="connisteX38" fmla="*/ 1107750 w 2316176"/>
              <a:gd name="connsiteY38" fmla="*/ 516255 h 586951"/>
              <a:gd name="connisteX39" fmla="*/ 1029645 w 2316176"/>
              <a:gd name="connsiteY39" fmla="*/ 525145 h 586951"/>
              <a:gd name="connisteX40" fmla="*/ 959795 w 2316176"/>
              <a:gd name="connsiteY40" fmla="*/ 534035 h 586951"/>
              <a:gd name="connisteX41" fmla="*/ 872800 w 2316176"/>
              <a:gd name="connsiteY41" fmla="*/ 542290 h 586951"/>
              <a:gd name="connisteX42" fmla="*/ 794695 w 2316176"/>
              <a:gd name="connsiteY42" fmla="*/ 560070 h 586951"/>
              <a:gd name="connisteX43" fmla="*/ 707700 w 2316176"/>
              <a:gd name="connsiteY43" fmla="*/ 568325 h 586951"/>
              <a:gd name="connisteX44" fmla="*/ 638485 w 2316176"/>
              <a:gd name="connsiteY44" fmla="*/ 577215 h 586951"/>
              <a:gd name="connisteX45" fmla="*/ 560380 w 2316176"/>
              <a:gd name="connsiteY45" fmla="*/ 586105 h 586951"/>
              <a:gd name="connisteX46" fmla="*/ 491165 w 2316176"/>
              <a:gd name="connsiteY46" fmla="*/ 586105 h 586951"/>
              <a:gd name="connisteX47" fmla="*/ 412425 w 2316176"/>
              <a:gd name="connsiteY47" fmla="*/ 586105 h 586951"/>
              <a:gd name="connisteX48" fmla="*/ 334320 w 2316176"/>
              <a:gd name="connsiteY48" fmla="*/ 586105 h 586951"/>
              <a:gd name="connisteX49" fmla="*/ 265105 w 2316176"/>
              <a:gd name="connsiteY49" fmla="*/ 586105 h 586951"/>
              <a:gd name="connisteX50" fmla="*/ 195890 w 2316176"/>
              <a:gd name="connsiteY50" fmla="*/ 577215 h 586951"/>
              <a:gd name="connisteX51" fmla="*/ 126040 w 2316176"/>
              <a:gd name="connsiteY51" fmla="*/ 542290 h 586951"/>
              <a:gd name="connisteX52" fmla="*/ 47935 w 2316176"/>
              <a:gd name="connsiteY52" fmla="*/ 481965 h 586951"/>
              <a:gd name="connisteX53" fmla="*/ 4755 w 2316176"/>
              <a:gd name="connsiteY53" fmla="*/ 412115 h 586951"/>
              <a:gd name="connisteX54" fmla="*/ 4755 w 2316176"/>
              <a:gd name="connsiteY54" fmla="*/ 316865 h 586951"/>
              <a:gd name="connisteX55" fmla="*/ 21900 w 2316176"/>
              <a:gd name="connsiteY55" fmla="*/ 238760 h 586951"/>
              <a:gd name="connisteX56" fmla="*/ 91115 w 2316176"/>
              <a:gd name="connsiteY56" fmla="*/ 168910 h 586951"/>
              <a:gd name="connisteX57" fmla="*/ 160965 w 2316176"/>
              <a:gd name="connsiteY57" fmla="*/ 125730 h 586951"/>
              <a:gd name="connisteX58" fmla="*/ 230180 w 2316176"/>
              <a:gd name="connsiteY58" fmla="*/ 90805 h 58695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</a:cxnLst>
            <a:rect l="l" t="t" r="r" b="b"/>
            <a:pathLst>
              <a:path w="2316176" h="586952">
                <a:moveTo>
                  <a:pt x="187000" y="99695"/>
                </a:moveTo>
                <a:cubicBezTo>
                  <a:pt x="200335" y="97155"/>
                  <a:pt x="227005" y="95885"/>
                  <a:pt x="265105" y="81915"/>
                </a:cubicBezTo>
                <a:cubicBezTo>
                  <a:pt x="303205" y="67945"/>
                  <a:pt x="336225" y="45720"/>
                  <a:pt x="378135" y="29845"/>
                </a:cubicBezTo>
                <a:cubicBezTo>
                  <a:pt x="420045" y="13970"/>
                  <a:pt x="440365" y="8890"/>
                  <a:pt x="473385" y="3810"/>
                </a:cubicBezTo>
                <a:cubicBezTo>
                  <a:pt x="506405" y="-1270"/>
                  <a:pt x="512120" y="-1270"/>
                  <a:pt x="543235" y="3810"/>
                </a:cubicBezTo>
                <a:cubicBezTo>
                  <a:pt x="574350" y="8890"/>
                  <a:pt x="591495" y="22860"/>
                  <a:pt x="629595" y="29845"/>
                </a:cubicBezTo>
                <a:cubicBezTo>
                  <a:pt x="667695" y="36830"/>
                  <a:pt x="689285" y="33655"/>
                  <a:pt x="734370" y="38735"/>
                </a:cubicBezTo>
                <a:cubicBezTo>
                  <a:pt x="779455" y="43815"/>
                  <a:pt x="813745" y="46990"/>
                  <a:pt x="855655" y="55880"/>
                </a:cubicBezTo>
                <a:cubicBezTo>
                  <a:pt x="897565" y="64770"/>
                  <a:pt x="909630" y="73025"/>
                  <a:pt x="942650" y="81915"/>
                </a:cubicBezTo>
                <a:cubicBezTo>
                  <a:pt x="975670" y="90805"/>
                  <a:pt x="987735" y="94615"/>
                  <a:pt x="1020755" y="99695"/>
                </a:cubicBezTo>
                <a:cubicBezTo>
                  <a:pt x="1053775" y="104775"/>
                  <a:pt x="1067745" y="107950"/>
                  <a:pt x="1107750" y="107950"/>
                </a:cubicBezTo>
                <a:cubicBezTo>
                  <a:pt x="1147755" y="107950"/>
                  <a:pt x="1183950" y="102870"/>
                  <a:pt x="1220145" y="99695"/>
                </a:cubicBezTo>
                <a:cubicBezTo>
                  <a:pt x="1256340" y="96520"/>
                  <a:pt x="1251895" y="94615"/>
                  <a:pt x="1289995" y="90805"/>
                </a:cubicBezTo>
                <a:cubicBezTo>
                  <a:pt x="1328095" y="86995"/>
                  <a:pt x="1364290" y="86995"/>
                  <a:pt x="1411280" y="81915"/>
                </a:cubicBezTo>
                <a:cubicBezTo>
                  <a:pt x="1458270" y="76835"/>
                  <a:pt x="1479225" y="71755"/>
                  <a:pt x="1524310" y="64770"/>
                </a:cubicBezTo>
                <a:cubicBezTo>
                  <a:pt x="1569395" y="57785"/>
                  <a:pt x="1601145" y="52705"/>
                  <a:pt x="1637340" y="47625"/>
                </a:cubicBezTo>
                <a:cubicBezTo>
                  <a:pt x="1673535" y="42545"/>
                  <a:pt x="1673535" y="45720"/>
                  <a:pt x="1706555" y="38735"/>
                </a:cubicBezTo>
                <a:cubicBezTo>
                  <a:pt x="1739575" y="31750"/>
                  <a:pt x="1765610" y="19685"/>
                  <a:pt x="1802440" y="12700"/>
                </a:cubicBezTo>
                <a:cubicBezTo>
                  <a:pt x="1839270" y="5715"/>
                  <a:pt x="1858320" y="5715"/>
                  <a:pt x="1889435" y="3810"/>
                </a:cubicBezTo>
                <a:cubicBezTo>
                  <a:pt x="1920550" y="1905"/>
                  <a:pt x="1925630" y="3810"/>
                  <a:pt x="1958650" y="3810"/>
                </a:cubicBezTo>
                <a:cubicBezTo>
                  <a:pt x="1991670" y="3810"/>
                  <a:pt x="2017705" y="0"/>
                  <a:pt x="2053900" y="3810"/>
                </a:cubicBezTo>
                <a:cubicBezTo>
                  <a:pt x="2090095" y="7620"/>
                  <a:pt x="2109780" y="5715"/>
                  <a:pt x="2140895" y="21590"/>
                </a:cubicBezTo>
                <a:cubicBezTo>
                  <a:pt x="2172010" y="37465"/>
                  <a:pt x="2180900" y="53975"/>
                  <a:pt x="2210745" y="81915"/>
                </a:cubicBezTo>
                <a:cubicBezTo>
                  <a:pt x="2240590" y="109855"/>
                  <a:pt x="2267895" y="130810"/>
                  <a:pt x="2288850" y="160655"/>
                </a:cubicBezTo>
                <a:cubicBezTo>
                  <a:pt x="2309805" y="190500"/>
                  <a:pt x="2319965" y="196850"/>
                  <a:pt x="2314885" y="229870"/>
                </a:cubicBezTo>
                <a:cubicBezTo>
                  <a:pt x="2309805" y="262890"/>
                  <a:pt x="2285675" y="292100"/>
                  <a:pt x="2262815" y="325120"/>
                </a:cubicBezTo>
                <a:cubicBezTo>
                  <a:pt x="2239955" y="358140"/>
                  <a:pt x="2225985" y="365125"/>
                  <a:pt x="2201855" y="394970"/>
                </a:cubicBezTo>
                <a:cubicBezTo>
                  <a:pt x="2177725" y="424815"/>
                  <a:pt x="2166930" y="450215"/>
                  <a:pt x="2140895" y="473075"/>
                </a:cubicBezTo>
                <a:cubicBezTo>
                  <a:pt x="2114860" y="495935"/>
                  <a:pt x="2106605" y="495935"/>
                  <a:pt x="2071680" y="508000"/>
                </a:cubicBezTo>
                <a:cubicBezTo>
                  <a:pt x="2036755" y="520065"/>
                  <a:pt x="2012625" y="525145"/>
                  <a:pt x="1967540" y="534035"/>
                </a:cubicBezTo>
                <a:cubicBezTo>
                  <a:pt x="1922455" y="542925"/>
                  <a:pt x="1888800" y="546100"/>
                  <a:pt x="1845620" y="551180"/>
                </a:cubicBezTo>
                <a:cubicBezTo>
                  <a:pt x="1802440" y="556260"/>
                  <a:pt x="1788470" y="560070"/>
                  <a:pt x="1750370" y="560070"/>
                </a:cubicBezTo>
                <a:cubicBezTo>
                  <a:pt x="1712270" y="560070"/>
                  <a:pt x="1692585" y="556260"/>
                  <a:pt x="1654485" y="551180"/>
                </a:cubicBezTo>
                <a:cubicBezTo>
                  <a:pt x="1616385" y="546100"/>
                  <a:pt x="1599240" y="539115"/>
                  <a:pt x="1559235" y="534035"/>
                </a:cubicBezTo>
                <a:cubicBezTo>
                  <a:pt x="1519230" y="528955"/>
                  <a:pt x="1495100" y="528955"/>
                  <a:pt x="1455095" y="525145"/>
                </a:cubicBezTo>
                <a:cubicBezTo>
                  <a:pt x="1415090" y="521335"/>
                  <a:pt x="1397310" y="518160"/>
                  <a:pt x="1359210" y="516255"/>
                </a:cubicBezTo>
                <a:cubicBezTo>
                  <a:pt x="1321110" y="514350"/>
                  <a:pt x="1300155" y="516255"/>
                  <a:pt x="1263960" y="516255"/>
                </a:cubicBezTo>
                <a:cubicBezTo>
                  <a:pt x="1227765" y="516255"/>
                  <a:pt x="1208080" y="516255"/>
                  <a:pt x="1176965" y="516255"/>
                </a:cubicBezTo>
                <a:cubicBezTo>
                  <a:pt x="1145850" y="516255"/>
                  <a:pt x="1136960" y="514350"/>
                  <a:pt x="1107750" y="516255"/>
                </a:cubicBezTo>
                <a:cubicBezTo>
                  <a:pt x="1078540" y="518160"/>
                  <a:pt x="1059490" y="521335"/>
                  <a:pt x="1029645" y="525145"/>
                </a:cubicBezTo>
                <a:cubicBezTo>
                  <a:pt x="999800" y="528955"/>
                  <a:pt x="990910" y="530860"/>
                  <a:pt x="959795" y="534035"/>
                </a:cubicBezTo>
                <a:cubicBezTo>
                  <a:pt x="928680" y="537210"/>
                  <a:pt x="905820" y="537210"/>
                  <a:pt x="872800" y="542290"/>
                </a:cubicBezTo>
                <a:cubicBezTo>
                  <a:pt x="839780" y="547370"/>
                  <a:pt x="827715" y="554990"/>
                  <a:pt x="794695" y="560070"/>
                </a:cubicBezTo>
                <a:cubicBezTo>
                  <a:pt x="761675" y="565150"/>
                  <a:pt x="738815" y="565150"/>
                  <a:pt x="707700" y="568325"/>
                </a:cubicBezTo>
                <a:cubicBezTo>
                  <a:pt x="676585" y="571500"/>
                  <a:pt x="667695" y="573405"/>
                  <a:pt x="638485" y="577215"/>
                </a:cubicBezTo>
                <a:cubicBezTo>
                  <a:pt x="609275" y="581025"/>
                  <a:pt x="589590" y="584200"/>
                  <a:pt x="560380" y="586105"/>
                </a:cubicBezTo>
                <a:cubicBezTo>
                  <a:pt x="531170" y="588010"/>
                  <a:pt x="521010" y="586105"/>
                  <a:pt x="491165" y="586105"/>
                </a:cubicBezTo>
                <a:cubicBezTo>
                  <a:pt x="461320" y="586105"/>
                  <a:pt x="443540" y="586105"/>
                  <a:pt x="412425" y="586105"/>
                </a:cubicBezTo>
                <a:cubicBezTo>
                  <a:pt x="381310" y="586105"/>
                  <a:pt x="363530" y="586105"/>
                  <a:pt x="334320" y="586105"/>
                </a:cubicBezTo>
                <a:cubicBezTo>
                  <a:pt x="305110" y="586105"/>
                  <a:pt x="293045" y="588010"/>
                  <a:pt x="265105" y="586105"/>
                </a:cubicBezTo>
                <a:cubicBezTo>
                  <a:pt x="237165" y="584200"/>
                  <a:pt x="223830" y="586105"/>
                  <a:pt x="195890" y="577215"/>
                </a:cubicBezTo>
                <a:cubicBezTo>
                  <a:pt x="167950" y="568325"/>
                  <a:pt x="155885" y="561340"/>
                  <a:pt x="126040" y="542290"/>
                </a:cubicBezTo>
                <a:cubicBezTo>
                  <a:pt x="96195" y="523240"/>
                  <a:pt x="72065" y="508000"/>
                  <a:pt x="47935" y="481965"/>
                </a:cubicBezTo>
                <a:cubicBezTo>
                  <a:pt x="23805" y="455930"/>
                  <a:pt x="13645" y="445135"/>
                  <a:pt x="4755" y="412115"/>
                </a:cubicBezTo>
                <a:cubicBezTo>
                  <a:pt x="-4135" y="379095"/>
                  <a:pt x="1580" y="351790"/>
                  <a:pt x="4755" y="316865"/>
                </a:cubicBezTo>
                <a:cubicBezTo>
                  <a:pt x="7930" y="281940"/>
                  <a:pt x="4755" y="268605"/>
                  <a:pt x="21900" y="238760"/>
                </a:cubicBezTo>
                <a:cubicBezTo>
                  <a:pt x="39045" y="208915"/>
                  <a:pt x="63175" y="191770"/>
                  <a:pt x="91115" y="168910"/>
                </a:cubicBezTo>
                <a:cubicBezTo>
                  <a:pt x="119055" y="146050"/>
                  <a:pt x="133025" y="141605"/>
                  <a:pt x="160965" y="125730"/>
                </a:cubicBezTo>
                <a:cubicBezTo>
                  <a:pt x="188905" y="109855"/>
                  <a:pt x="217480" y="97155"/>
                  <a:pt x="230180" y="90805"/>
                </a:cubicBezTo>
              </a:path>
            </a:pathLst>
          </a:custGeom>
          <a:solidFill>
            <a:srgbClr val="FF636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413000" y="4453255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AnyEdit++</a:t>
            </a:r>
            <a:endParaRPr lang="en-US" altLang="zh-CN" b="1" i="1">
              <a:solidFill>
                <a:schemeClr val="bg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1093470" y="2443480"/>
            <a:ext cx="3265805" cy="0"/>
          </a:xfrm>
          <a:prstGeom prst="line">
            <a:avLst/>
          </a:prstGeom>
          <a:ln w="28575" cmpd="sng">
            <a:solidFill>
              <a:srgbClr val="FFD38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093470" y="4256405"/>
            <a:ext cx="3265805" cy="0"/>
          </a:xfrm>
          <a:prstGeom prst="line">
            <a:avLst/>
          </a:prstGeom>
          <a:ln w="28575" cmpd="sng">
            <a:solidFill>
              <a:srgbClr val="FFD38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665480" y="1523365"/>
            <a:ext cx="4648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900" b="1" i="1">
                <a:latin typeface="Times New Roman Bold Italic" panose="02020503050405090304" charset="0"/>
                <a:cs typeface="Times New Roman Bold Italic" panose="02020503050405090304" charset="0"/>
              </a:rPr>
              <a:t>2022</a:t>
            </a:r>
            <a:endParaRPr lang="en-US" altLang="zh-CN" sz="900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47700" y="2058670"/>
            <a:ext cx="4648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900" b="1" i="1">
                <a:latin typeface="Times New Roman Bold Italic" panose="02020503050405090304" charset="0"/>
                <a:cs typeface="Times New Roman Bold Italic" panose="02020503050405090304" charset="0"/>
              </a:rPr>
              <a:t>2023</a:t>
            </a:r>
            <a:endParaRPr lang="en-US" altLang="zh-CN" sz="900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28650" y="3029585"/>
            <a:ext cx="4648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900" b="1" i="1">
                <a:latin typeface="Times New Roman Bold Italic" panose="02020503050405090304" charset="0"/>
                <a:cs typeface="Times New Roman Bold Italic" panose="02020503050405090304" charset="0"/>
              </a:rPr>
              <a:t>2025</a:t>
            </a:r>
            <a:endParaRPr lang="en-US" altLang="zh-CN" sz="900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47700" y="4535805"/>
            <a:ext cx="4648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900" b="1" i="1">
                <a:latin typeface="Times New Roman Bold Italic" panose="02020503050405090304" charset="0"/>
                <a:cs typeface="Times New Roman Bold Italic" panose="02020503050405090304" charset="0"/>
              </a:rPr>
              <a:t>2026</a:t>
            </a:r>
            <a:endParaRPr lang="en-US" altLang="zh-CN" sz="900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340100" y="1520190"/>
            <a:ext cx="483870" cy="29400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2066290" y="2084070"/>
            <a:ext cx="486410" cy="29527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3247390" y="2508885"/>
            <a:ext cx="529590" cy="61722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30" idx="42"/>
          </p:cNvCxnSpPr>
          <p:nvPr/>
        </p:nvCxnSpPr>
        <p:spPr>
          <a:xfrm flipH="1">
            <a:off x="1771015" y="3349625"/>
            <a:ext cx="808990" cy="28892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6" idx="12"/>
          </p:cNvCxnSpPr>
          <p:nvPr/>
        </p:nvCxnSpPr>
        <p:spPr>
          <a:xfrm flipH="1">
            <a:off x="3256915" y="3585845"/>
            <a:ext cx="554990" cy="83502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572000" y="2128520"/>
            <a:ext cx="2316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Structural Editing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488815" y="3582035"/>
            <a:ext cx="2316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Unstructural Editing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390130" y="1172845"/>
            <a:ext cx="3192780" cy="4442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Existing Issues: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r>
              <a:rPr lang="en-US" altLang="zh-CN" i="1">
                <a:latin typeface="Times New Roman Italic" panose="02020503050405090304" charset="0"/>
                <a:cs typeface="Times New Roman Italic" panose="02020503050405090304" charset="0"/>
              </a:rPr>
              <a:t>1.No multi-GPU / DataParallel support</a:t>
            </a:r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r>
              <a:rPr lang="en-US" altLang="zh-CN" i="1">
                <a:latin typeface="Times New Roman Italic" panose="02020503050405090304" charset="0"/>
                <a:cs typeface="Times New Roman Italic" panose="02020503050405090304" charset="0"/>
              </a:rPr>
              <a:t>2.Required Python package versions are old</a:t>
            </a:r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r>
              <a:rPr lang="en-US" altLang="zh-CN" i="1">
                <a:latin typeface="Times New Roman Italic" panose="02020503050405090304" charset="0"/>
                <a:cs typeface="Times New Roman Italic" panose="02020503050405090304" charset="0"/>
              </a:rPr>
              <a:t>3.No unified system to integrate these methods</a:t>
            </a:r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  <a:p>
            <a:r>
              <a:rPr lang="en-US" altLang="zh-CN" i="1">
                <a:latin typeface="Times New Roman Italic" panose="02020503050405090304" charset="0"/>
                <a:cs typeface="Times New Roman Italic" panose="02020503050405090304" charset="0"/>
              </a:rPr>
              <a:t>4. Device are hardcoded</a:t>
            </a:r>
            <a:endParaRPr lang="en-US" altLang="zh-CN" i="1"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327025"/>
            <a:ext cx="10515600" cy="582930"/>
          </a:xfrm>
        </p:spPr>
        <p:txBody>
          <a:bodyPr>
            <a:noAutofit/>
          </a:bodyPr>
          <a:p>
            <a:r>
              <a:rPr lang="en-US" altLang="zh-CN" sz="2800" b="1">
                <a:latin typeface="宋体" charset="0"/>
                <a:ea typeface="宋体" charset="0"/>
                <a:cs typeface="宋体" charset="0"/>
              </a:rPr>
              <a:t>Knowledge Editing Libary Architeture Design </a:t>
            </a:r>
            <a:r>
              <a:rPr lang="en-US" altLang="zh-CN" sz="2800">
                <a:sym typeface="+mn-ea"/>
              </a:rPr>
              <a:t>@</a:t>
            </a:r>
            <a:r>
              <a:rPr lang="zh-CN" altLang="en-US" sz="2800">
                <a:sym typeface="+mn-ea"/>
              </a:rPr>
              <a:t>博闻</a:t>
            </a:r>
            <a:endParaRPr lang="en-US" altLang="zh-CN" sz="2800" b="1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64785" y="995680"/>
            <a:ext cx="3157855" cy="8547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99510" y="2007870"/>
            <a:ext cx="6152515" cy="8483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37155" y="2983865"/>
            <a:ext cx="8526145" cy="13081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1320" y="1337945"/>
            <a:ext cx="1309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User Layer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1320" y="2408555"/>
            <a:ext cx="1309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API Layer 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7655" y="3528060"/>
            <a:ext cx="1891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Core Abstraction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 Layer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2265" y="4816475"/>
            <a:ext cx="1689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Implementation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Laye</a:t>
            </a:r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r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1320" y="6104890"/>
            <a:ext cx="1583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Utility Laye</a:t>
            </a:r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</a:rPr>
              <a:t>r</a:t>
            </a:r>
            <a:endParaRPr lang="en-US" altLang="zh-CN" b="1" i="1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972810" y="115062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User API Call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21760" y="225552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Command Line Interface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972810" y="2210435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Object-Oriented API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023860" y="2225675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Simple API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57500" y="360934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Base Editor Class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828665" y="297180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Factory Class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884920" y="368808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Base Dataset  Class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63565" y="3696335"/>
            <a:ext cx="209804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Base HyperParams Class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30095" y="4640580"/>
            <a:ext cx="5624195" cy="817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804785" y="4612640"/>
            <a:ext cx="4125595" cy="8547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2077720" y="4766310"/>
            <a:ext cx="162052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MEMIT Editor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754755" y="476758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AlphaEdit Eitor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527040" y="476631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UNKE Editor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850505" y="475996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UNKE Dataset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622790" y="4762500"/>
            <a:ext cx="1741805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CF Dataset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cxnSp>
        <p:nvCxnSpPr>
          <p:cNvPr id="43" name="直接箭头连接符 42"/>
          <p:cNvCxnSpPr>
            <a:stCxn id="25" idx="0"/>
            <a:endCxn id="26" idx="1"/>
          </p:cNvCxnSpPr>
          <p:nvPr/>
        </p:nvCxnSpPr>
        <p:spPr>
          <a:xfrm flipV="1">
            <a:off x="3728720" y="3232785"/>
            <a:ext cx="2099945" cy="3765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31" idx="0"/>
            <a:endCxn id="26" idx="3"/>
          </p:cNvCxnSpPr>
          <p:nvPr/>
        </p:nvCxnSpPr>
        <p:spPr>
          <a:xfrm flipH="1" flipV="1">
            <a:off x="7570470" y="3232785"/>
            <a:ext cx="2185670" cy="4552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2" idx="0"/>
            <a:endCxn id="26" idx="2"/>
          </p:cNvCxnSpPr>
          <p:nvPr/>
        </p:nvCxnSpPr>
        <p:spPr>
          <a:xfrm flipH="1" flipV="1">
            <a:off x="6699885" y="3493135"/>
            <a:ext cx="12700" cy="203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4" idx="0"/>
            <a:endCxn id="25" idx="2"/>
          </p:cNvCxnSpPr>
          <p:nvPr/>
        </p:nvCxnSpPr>
        <p:spPr>
          <a:xfrm flipH="1" flipV="1">
            <a:off x="3728720" y="4130675"/>
            <a:ext cx="1113790" cy="509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1" idx="2"/>
          </p:cNvCxnSpPr>
          <p:nvPr/>
        </p:nvCxnSpPr>
        <p:spPr>
          <a:xfrm flipH="1" flipV="1">
            <a:off x="9756140" y="4209415"/>
            <a:ext cx="51435" cy="449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11418570" y="4777105"/>
            <a:ext cx="47752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...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284085" y="4752975"/>
            <a:ext cx="34544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...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077720" y="5925820"/>
            <a:ext cx="8526145" cy="645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2204720" y="5997575"/>
            <a:ext cx="162052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Hook Tool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352290" y="6009005"/>
            <a:ext cx="162052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Text Generation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543040" y="5987415"/>
            <a:ext cx="162052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Statical Computation</a:t>
            </a:r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683625" y="5996305"/>
            <a:ext cx="1620520" cy="521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Global Configration </a:t>
            </a:r>
            <a:endParaRPr lang="en-US" altLang="zh-CN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56" name="上箭头 55"/>
          <p:cNvSpPr/>
          <p:nvPr/>
        </p:nvSpPr>
        <p:spPr>
          <a:xfrm>
            <a:off x="5264785" y="5490845"/>
            <a:ext cx="75565" cy="401955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327025"/>
            <a:ext cx="10515600" cy="582930"/>
          </a:xfrm>
        </p:spPr>
        <p:txBody>
          <a:bodyPr>
            <a:noAutofit/>
          </a:bodyPr>
          <a:p>
            <a:r>
              <a:rPr lang="en-US" altLang="zh-CN" sz="2800" b="1">
                <a:latin typeface="宋体" charset="0"/>
                <a:ea typeface="宋体" charset="0"/>
                <a:cs typeface="宋体" charset="0"/>
              </a:rPr>
              <a:t>Future Work</a:t>
            </a:r>
            <a:endParaRPr lang="en-US" altLang="zh-CN" sz="2800" b="1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7700" y="1059815"/>
            <a:ext cx="10514965" cy="4422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- </a:t>
            </a:r>
            <a:r>
              <a:rPr lang="zh-CN" altLang="en-US" sz="2400"/>
              <a:t>继续</a:t>
            </a:r>
            <a:r>
              <a:rPr lang="zh-CN" altLang="en-US" sz="2400"/>
              <a:t>模型阅读知识编辑相关文章</a:t>
            </a:r>
            <a:endParaRPr lang="en-US" altLang="zh-CN" sz="2400"/>
          </a:p>
          <a:p>
            <a:r>
              <a:rPr lang="en-US" altLang="zh-CN" sz="2400"/>
              <a:t>- </a:t>
            </a:r>
            <a:r>
              <a:rPr lang="zh-CN" altLang="en-US" sz="2400"/>
              <a:t>基于设计的框架结构实现统一的知识编辑</a:t>
            </a:r>
            <a:r>
              <a:rPr lang="zh-CN" altLang="en-US" sz="2400"/>
              <a:t>库</a:t>
            </a:r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kzZjQ4YWU4ZTZlMmE3OTUzZDU0NDRmMjY2MDAw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WPS 演示</Application>
  <PresentationFormat>宽屏</PresentationFormat>
  <Paragraphs>142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宋体</vt:lpstr>
      <vt:lpstr>汉仪书宋二KW</vt:lpstr>
      <vt:lpstr>Times New Roman Italic</vt:lpstr>
      <vt:lpstr>Times New Roman Bold Italic</vt:lpstr>
      <vt:lpstr>Calibri</vt:lpstr>
      <vt:lpstr>Helvetica Neue</vt:lpstr>
      <vt:lpstr>微软雅黑</vt:lpstr>
      <vt:lpstr>汉仪旗黑</vt:lpstr>
      <vt:lpstr>Arial Unicode MS</vt:lpstr>
      <vt:lpstr>WPS</vt:lpstr>
      <vt:lpstr>Weekly Report</vt:lpstr>
      <vt:lpstr>前情提要</vt:lpstr>
      <vt:lpstr>Current Knowledge Editing Method @博闻</vt:lpstr>
      <vt:lpstr>Current Knowledge Editing Method @博闻</vt:lpstr>
      <vt:lpstr>Current Knowledge Editing Method @博闻</vt:lpstr>
      <vt:lpstr>Knowledge Editing Libary Architeture Design @博闻</vt:lpstr>
      <vt:lpstr>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何同学</cp:lastModifiedBy>
  <cp:revision>575</cp:revision>
  <dcterms:created xsi:type="dcterms:W3CDTF">2026-02-10T03:18:34Z</dcterms:created>
  <dcterms:modified xsi:type="dcterms:W3CDTF">2026-02-10T03:18:34Z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879C383E1895603CAD8E6167B0B7A922_41</vt:lpwstr>
  </property>
</Properties>
</file>